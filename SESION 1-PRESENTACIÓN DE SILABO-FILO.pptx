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72" r:id="rId3"/>
    <p:sldId id="273" r:id="rId4"/>
    <p:sldId id="261" r:id="rId5"/>
    <p:sldId id="275" r:id="rId6"/>
    <p:sldId id="277" r:id="rId7"/>
    <p:sldId id="279" r:id="rId8"/>
    <p:sldId id="288" r:id="rId9"/>
    <p:sldId id="282" r:id="rId10"/>
    <p:sldId id="278" r:id="rId11"/>
    <p:sldId id="283" r:id="rId12"/>
    <p:sldId id="281" r:id="rId13"/>
    <p:sldId id="287" r:id="rId14"/>
    <p:sldId id="284" r:id="rId15"/>
    <p:sldId id="285" r:id="rId16"/>
    <p:sldId id="266" r:id="rId17"/>
    <p:sldId id="268" r:id="rId18"/>
    <p:sldId id="286" r:id="rId19"/>
    <p:sldId id="265" r:id="rId2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006AB9-0404-441F-8F2C-14481638DE0A}" type="doc">
      <dgm:prSet loTypeId="urn:microsoft.com/office/officeart/2005/8/layout/p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89A03103-92D4-4985-BDB9-E597EC73708C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bg1"/>
        </a:solidFill>
        <a:ln w="57150">
          <a:solidFill>
            <a:srgbClr val="000066"/>
          </a:solidFill>
        </a:ln>
      </dgm:spPr>
      <dgm:t>
        <a:bodyPr/>
        <a:lstStyle/>
        <a:p>
          <a:pPr algn="ctr" rtl="0"/>
          <a:r>
            <a:rPr lang="es-PE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Filosofía </a:t>
          </a:r>
          <a:r>
            <a:rPr lang="es-E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corresponde al área de estudios generales y tiene naturaleza teórica.</a:t>
          </a:r>
          <a:endParaRPr lang="es-PE" sz="1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79883C-006B-4BA2-A1CB-76E4ACC3E322}" type="parTrans" cxnId="{D6A6C43D-C466-4497-A856-E18F77A49B63}">
      <dgm:prSet/>
      <dgm:spPr/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65EDD6FD-A1D5-43B8-8F53-9C236D3E8197}" type="sibTrans" cxnId="{D6A6C43D-C466-4497-A856-E18F77A49B63}">
      <dgm:prSet custT="1"/>
      <dgm:spPr>
        <a:solidFill>
          <a:srgbClr val="1F9ED9"/>
        </a:solidFill>
      </dgm:spPr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0C872BDD-7382-4116-B307-656D702BBF6B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bg1"/>
        </a:solidFill>
        <a:ln w="57150">
          <a:solidFill>
            <a:srgbClr val="000066"/>
          </a:solidFill>
        </a:ln>
      </dgm:spPr>
      <dgm:t>
        <a:bodyPr/>
        <a:lstStyle/>
        <a:p>
          <a:pPr algn="ctr" rtl="0"/>
          <a:r>
            <a:rPr lang="es-PE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Propósito</a:t>
          </a:r>
          <a:r>
            <a:rPr lang="es-ES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E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contribuir al desarrollo del pensamiento crítico – reflexivo.</a:t>
          </a:r>
          <a:endParaRPr lang="es-PE" sz="1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465E84-6CCF-42A2-9B8B-F4D0434E095D}" type="parTrans" cxnId="{0A7D5F57-0E4D-4050-868D-0542F8893242}">
      <dgm:prSet/>
      <dgm:spPr/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C8E2847C-CD8A-4EA7-A273-507A10C33B66}" type="sibTrans" cxnId="{0A7D5F57-0E4D-4050-868D-0542F8893242}">
      <dgm:prSet custT="1"/>
      <dgm:spPr>
        <a:solidFill>
          <a:srgbClr val="1F9ED9"/>
        </a:solidFill>
      </dgm:spPr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09F7CDC3-F112-4BF3-A37E-D62724B90ACE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bg1"/>
        </a:solidFill>
        <a:ln w="57150">
          <a:solidFill>
            <a:srgbClr val="000066"/>
          </a:solidFill>
        </a:ln>
      </dgm:spPr>
      <dgm:t>
        <a:bodyPr/>
        <a:lstStyle/>
        <a:p>
          <a:pPr algn="ctr" rtl="0"/>
          <a:r>
            <a:rPr lang="es-PE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Permita</a:t>
          </a:r>
          <a:r>
            <a:rPr lang="es-ES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E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discernir la verdad objetiva y dar respuestas a las preguntas fundamentales en torno al mundo, al hombre y Dios. </a:t>
          </a:r>
          <a:endParaRPr lang="es-PE" sz="1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71F81A-E804-4832-A439-202FFD10892B}" type="parTrans" cxnId="{5D861913-626A-4C01-B305-742DEA29F142}">
      <dgm:prSet/>
      <dgm:spPr/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28AC178D-CE7C-4001-9549-F9360A136FCC}" type="sibTrans" cxnId="{5D861913-626A-4C01-B305-742DEA29F142}">
      <dgm:prSet custT="1"/>
      <dgm:spPr>
        <a:solidFill>
          <a:srgbClr val="1F9ED9"/>
        </a:solidFill>
      </dgm:spPr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626FCD65-319F-4795-9770-14AEA87F023E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bg1"/>
        </a:solidFill>
        <a:ln w="57150">
          <a:solidFill>
            <a:srgbClr val="000066"/>
          </a:solidFill>
        </a:ln>
      </dgm:spPr>
      <dgm:t>
        <a:bodyPr/>
        <a:lstStyle/>
        <a:p>
          <a:pPr algn="ctr" rtl="0"/>
          <a:r>
            <a:rPr lang="es-PE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Lograr</a:t>
          </a:r>
          <a:r>
            <a:rPr lang="es-PE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una comprensión integral de la realidad.</a:t>
          </a:r>
        </a:p>
      </dgm:t>
    </dgm:pt>
    <dgm:pt modelId="{441774F4-DEC3-4500-BC49-BB354D5409C1}" type="parTrans" cxnId="{8F646CA2-95F9-4393-9846-8D274C68E0E4}">
      <dgm:prSet/>
      <dgm:spPr/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D513DA3D-B40A-4C69-A1E1-A375B221C6E7}" type="sibTrans" cxnId="{8F646CA2-95F9-4393-9846-8D274C68E0E4}">
      <dgm:prSet/>
      <dgm:spPr/>
      <dgm:t>
        <a:bodyPr/>
        <a:lstStyle/>
        <a:p>
          <a:pPr algn="just"/>
          <a:endParaRPr lang="es-PE" sz="1800" b="1">
            <a:solidFill>
              <a:schemeClr val="tx1"/>
            </a:solidFill>
          </a:endParaRPr>
        </a:p>
      </dgm:t>
    </dgm:pt>
    <dgm:pt modelId="{5C758AF7-B574-4B9E-A677-C52B3185FCAA}" type="pres">
      <dgm:prSet presAssocID="{8E006AB9-0404-441F-8F2C-14481638DE0A}" presName="Name0" presStyleCnt="0">
        <dgm:presLayoutVars>
          <dgm:dir/>
          <dgm:resizeHandles val="exact"/>
        </dgm:presLayoutVars>
      </dgm:prSet>
      <dgm:spPr/>
    </dgm:pt>
    <dgm:pt modelId="{4C4ED097-FE98-4CF9-BFF1-CA7D69175C23}" type="pres">
      <dgm:prSet presAssocID="{89A03103-92D4-4985-BDB9-E597EC73708C}" presName="compNode" presStyleCnt="0"/>
      <dgm:spPr/>
    </dgm:pt>
    <dgm:pt modelId="{D9E66041-6C77-41E5-ADCD-FFB53FD8BC0C}" type="pres">
      <dgm:prSet presAssocID="{89A03103-92D4-4985-BDB9-E597EC73708C}" presName="pictRect" presStyleLbl="node1" presStyleIdx="0" presStyleCnt="4"/>
      <dgm:spPr/>
    </dgm:pt>
    <dgm:pt modelId="{16E20D65-FD64-4545-B3C3-5129676CBD7B}" type="pres">
      <dgm:prSet presAssocID="{89A03103-92D4-4985-BDB9-E597EC73708C}" presName="textRect" presStyleLbl="revTx" presStyleIdx="0" presStyleCnt="4" custScaleY="177532" custLinFactNeighborY="18480">
        <dgm:presLayoutVars>
          <dgm:bulletEnabled val="1"/>
        </dgm:presLayoutVars>
      </dgm:prSet>
      <dgm:spPr/>
    </dgm:pt>
    <dgm:pt modelId="{35EC25E1-2C9B-40AE-9045-B4A102A47970}" type="pres">
      <dgm:prSet presAssocID="{65EDD6FD-A1D5-43B8-8F53-9C236D3E8197}" presName="sibTrans" presStyleLbl="sibTrans2D1" presStyleIdx="0" presStyleCnt="0"/>
      <dgm:spPr/>
    </dgm:pt>
    <dgm:pt modelId="{485CEC9C-8595-493A-BBAE-6AF72FEFD0E3}" type="pres">
      <dgm:prSet presAssocID="{0C872BDD-7382-4116-B307-656D702BBF6B}" presName="compNode" presStyleCnt="0"/>
      <dgm:spPr/>
    </dgm:pt>
    <dgm:pt modelId="{171038B3-4226-49EE-9B71-DB7CCE65A248}" type="pres">
      <dgm:prSet presAssocID="{0C872BDD-7382-4116-B307-656D702BBF6B}" presName="pictRect" presStyleLbl="node1" presStyleIdx="1" presStyleCnt="4" custLinFactNeighborX="1659" custLinFactNeighborY="-6021"/>
      <dgm:spPr/>
    </dgm:pt>
    <dgm:pt modelId="{48F0C6BD-9245-4A75-9B51-C9D60925A013}" type="pres">
      <dgm:prSet presAssocID="{0C872BDD-7382-4116-B307-656D702BBF6B}" presName="textRect" presStyleLbl="revTx" presStyleIdx="1" presStyleCnt="4" custScaleY="137242">
        <dgm:presLayoutVars>
          <dgm:bulletEnabled val="1"/>
        </dgm:presLayoutVars>
      </dgm:prSet>
      <dgm:spPr/>
    </dgm:pt>
    <dgm:pt modelId="{55AC9E7D-C2E1-4BBE-AE5F-A18B55E045D8}" type="pres">
      <dgm:prSet presAssocID="{C8E2847C-CD8A-4EA7-A273-507A10C33B66}" presName="sibTrans" presStyleLbl="sibTrans2D1" presStyleIdx="0" presStyleCnt="0"/>
      <dgm:spPr/>
    </dgm:pt>
    <dgm:pt modelId="{1255BEB8-0781-493C-8836-CF0FD3B15677}" type="pres">
      <dgm:prSet presAssocID="{09F7CDC3-F112-4BF3-A37E-D62724B90ACE}" presName="compNode" presStyleCnt="0"/>
      <dgm:spPr/>
    </dgm:pt>
    <dgm:pt modelId="{A460055D-AE6B-4BFC-9CF9-F2DBFA574A6E}" type="pres">
      <dgm:prSet presAssocID="{09F7CDC3-F112-4BF3-A37E-D62724B90ACE}" presName="pictRect" presStyleLbl="node1" presStyleIdx="2" presStyleCnt="4" custLinFactNeighborX="717" custLinFactNeighborY="4215"/>
      <dgm:spPr/>
    </dgm:pt>
    <dgm:pt modelId="{371DA51E-6635-4184-83F4-8632BCF63C9C}" type="pres">
      <dgm:prSet presAssocID="{09F7CDC3-F112-4BF3-A37E-D62724B90ACE}" presName="textRect" presStyleLbl="revTx" presStyleIdx="2" presStyleCnt="4" custScaleY="221957" custLinFactNeighborX="717" custLinFactNeighborY="62143">
        <dgm:presLayoutVars>
          <dgm:bulletEnabled val="1"/>
        </dgm:presLayoutVars>
      </dgm:prSet>
      <dgm:spPr/>
    </dgm:pt>
    <dgm:pt modelId="{8BA510D7-238F-4D6C-B08E-B5E84D86B07F}" type="pres">
      <dgm:prSet presAssocID="{28AC178D-CE7C-4001-9549-F9360A136FCC}" presName="sibTrans" presStyleLbl="sibTrans2D1" presStyleIdx="0" presStyleCnt="0"/>
      <dgm:spPr/>
    </dgm:pt>
    <dgm:pt modelId="{4C04C740-0243-4205-97E8-A313618FAB9B}" type="pres">
      <dgm:prSet presAssocID="{626FCD65-319F-4795-9770-14AEA87F023E}" presName="compNode" presStyleCnt="0"/>
      <dgm:spPr/>
    </dgm:pt>
    <dgm:pt modelId="{68D75E99-FA95-4EDF-9B7D-470ED9830A78}" type="pres">
      <dgm:prSet presAssocID="{626FCD65-319F-4795-9770-14AEA87F023E}" presName="pictRect" presStyleLbl="node1" presStyleIdx="3" presStyleCnt="4" custLinFactNeighborX="-830" custLinFactNeighborY="-9634"/>
      <dgm:spPr/>
    </dgm:pt>
    <dgm:pt modelId="{514AD27F-5982-41C6-B47E-BB1EC7792BF0}" type="pres">
      <dgm:prSet presAssocID="{626FCD65-319F-4795-9770-14AEA87F023E}" presName="textRect" presStyleLbl="revTx" presStyleIdx="3" presStyleCnt="4" custScaleY="99189" custLinFactNeighborY="-14537">
        <dgm:presLayoutVars>
          <dgm:bulletEnabled val="1"/>
        </dgm:presLayoutVars>
      </dgm:prSet>
      <dgm:spPr/>
    </dgm:pt>
  </dgm:ptLst>
  <dgm:cxnLst>
    <dgm:cxn modelId="{21FA7A0A-CDCA-4946-BE68-7A8DE69B2915}" type="presOf" srcId="{626FCD65-319F-4795-9770-14AEA87F023E}" destId="{514AD27F-5982-41C6-B47E-BB1EC7792BF0}" srcOrd="0" destOrd="0" presId="urn:microsoft.com/office/officeart/2005/8/layout/pList1"/>
    <dgm:cxn modelId="{5D861913-626A-4C01-B305-742DEA29F142}" srcId="{8E006AB9-0404-441F-8F2C-14481638DE0A}" destId="{09F7CDC3-F112-4BF3-A37E-D62724B90ACE}" srcOrd="2" destOrd="0" parTransId="{8F71F81A-E804-4832-A439-202FFD10892B}" sibTransId="{28AC178D-CE7C-4001-9549-F9360A136FCC}"/>
    <dgm:cxn modelId="{9074F314-6A1E-4C75-BADE-A0526E2C5CD2}" type="presOf" srcId="{C8E2847C-CD8A-4EA7-A273-507A10C33B66}" destId="{55AC9E7D-C2E1-4BBE-AE5F-A18B55E045D8}" srcOrd="0" destOrd="0" presId="urn:microsoft.com/office/officeart/2005/8/layout/pList1"/>
    <dgm:cxn modelId="{641CF020-5D01-4552-91DF-FDFD1E417C37}" type="presOf" srcId="{0C872BDD-7382-4116-B307-656D702BBF6B}" destId="{48F0C6BD-9245-4A75-9B51-C9D60925A013}" srcOrd="0" destOrd="0" presId="urn:microsoft.com/office/officeart/2005/8/layout/pList1"/>
    <dgm:cxn modelId="{71702B21-0EB1-4224-A358-388E7C9F7A06}" type="presOf" srcId="{28AC178D-CE7C-4001-9549-F9360A136FCC}" destId="{8BA510D7-238F-4D6C-B08E-B5E84D86B07F}" srcOrd="0" destOrd="0" presId="urn:microsoft.com/office/officeart/2005/8/layout/pList1"/>
    <dgm:cxn modelId="{6DE62C30-B637-4DCF-9D06-D98B6339D35C}" type="presOf" srcId="{09F7CDC3-F112-4BF3-A37E-D62724B90ACE}" destId="{371DA51E-6635-4184-83F4-8632BCF63C9C}" srcOrd="0" destOrd="0" presId="urn:microsoft.com/office/officeart/2005/8/layout/pList1"/>
    <dgm:cxn modelId="{D6A6C43D-C466-4497-A856-E18F77A49B63}" srcId="{8E006AB9-0404-441F-8F2C-14481638DE0A}" destId="{89A03103-92D4-4985-BDB9-E597EC73708C}" srcOrd="0" destOrd="0" parTransId="{2479883C-006B-4BA2-A1CB-76E4ACC3E322}" sibTransId="{65EDD6FD-A1D5-43B8-8F53-9C236D3E8197}"/>
    <dgm:cxn modelId="{78550A5C-FBC5-4832-9052-F2959BE5A9C9}" type="presOf" srcId="{65EDD6FD-A1D5-43B8-8F53-9C236D3E8197}" destId="{35EC25E1-2C9B-40AE-9045-B4A102A47970}" srcOrd="0" destOrd="0" presId="urn:microsoft.com/office/officeart/2005/8/layout/pList1"/>
    <dgm:cxn modelId="{0A7D5F57-0E4D-4050-868D-0542F8893242}" srcId="{8E006AB9-0404-441F-8F2C-14481638DE0A}" destId="{0C872BDD-7382-4116-B307-656D702BBF6B}" srcOrd="1" destOrd="0" parTransId="{46465E84-6CCF-42A2-9B8B-F4D0434E095D}" sibTransId="{C8E2847C-CD8A-4EA7-A273-507A10C33B66}"/>
    <dgm:cxn modelId="{F3DD3B87-5839-4D08-97B7-0EF31B95F673}" type="presOf" srcId="{8E006AB9-0404-441F-8F2C-14481638DE0A}" destId="{5C758AF7-B574-4B9E-A677-C52B3185FCAA}" srcOrd="0" destOrd="0" presId="urn:microsoft.com/office/officeart/2005/8/layout/pList1"/>
    <dgm:cxn modelId="{8F646CA2-95F9-4393-9846-8D274C68E0E4}" srcId="{8E006AB9-0404-441F-8F2C-14481638DE0A}" destId="{626FCD65-319F-4795-9770-14AEA87F023E}" srcOrd="3" destOrd="0" parTransId="{441774F4-DEC3-4500-BC49-BB354D5409C1}" sibTransId="{D513DA3D-B40A-4C69-A1E1-A375B221C6E7}"/>
    <dgm:cxn modelId="{5C5840C0-FFE3-46E7-A490-4DDA0293E253}" type="presOf" srcId="{89A03103-92D4-4985-BDB9-E597EC73708C}" destId="{16E20D65-FD64-4545-B3C3-5129676CBD7B}" srcOrd="0" destOrd="0" presId="urn:microsoft.com/office/officeart/2005/8/layout/pList1"/>
    <dgm:cxn modelId="{57C5B05A-12CA-4E51-A009-99C3EF4D30BB}" type="presParOf" srcId="{5C758AF7-B574-4B9E-A677-C52B3185FCAA}" destId="{4C4ED097-FE98-4CF9-BFF1-CA7D69175C23}" srcOrd="0" destOrd="0" presId="urn:microsoft.com/office/officeart/2005/8/layout/pList1"/>
    <dgm:cxn modelId="{7FEEC57F-946E-4F90-A281-97966F3662C6}" type="presParOf" srcId="{4C4ED097-FE98-4CF9-BFF1-CA7D69175C23}" destId="{D9E66041-6C77-41E5-ADCD-FFB53FD8BC0C}" srcOrd="0" destOrd="0" presId="urn:microsoft.com/office/officeart/2005/8/layout/pList1"/>
    <dgm:cxn modelId="{354EEF22-A658-4E1B-BD25-584744BEAA03}" type="presParOf" srcId="{4C4ED097-FE98-4CF9-BFF1-CA7D69175C23}" destId="{16E20D65-FD64-4545-B3C3-5129676CBD7B}" srcOrd="1" destOrd="0" presId="urn:microsoft.com/office/officeart/2005/8/layout/pList1"/>
    <dgm:cxn modelId="{8D28629E-99D7-4A71-89D2-F673755F2F67}" type="presParOf" srcId="{5C758AF7-B574-4B9E-A677-C52B3185FCAA}" destId="{35EC25E1-2C9B-40AE-9045-B4A102A47970}" srcOrd="1" destOrd="0" presId="urn:microsoft.com/office/officeart/2005/8/layout/pList1"/>
    <dgm:cxn modelId="{4FD64748-33A8-4838-80BB-0C816EEEB889}" type="presParOf" srcId="{5C758AF7-B574-4B9E-A677-C52B3185FCAA}" destId="{485CEC9C-8595-493A-BBAE-6AF72FEFD0E3}" srcOrd="2" destOrd="0" presId="urn:microsoft.com/office/officeart/2005/8/layout/pList1"/>
    <dgm:cxn modelId="{316A82DE-38EF-47B3-A879-3CB58098B679}" type="presParOf" srcId="{485CEC9C-8595-493A-BBAE-6AF72FEFD0E3}" destId="{171038B3-4226-49EE-9B71-DB7CCE65A248}" srcOrd="0" destOrd="0" presId="urn:microsoft.com/office/officeart/2005/8/layout/pList1"/>
    <dgm:cxn modelId="{E3B83EA3-26C4-45F9-88CE-61B9B4471BBA}" type="presParOf" srcId="{485CEC9C-8595-493A-BBAE-6AF72FEFD0E3}" destId="{48F0C6BD-9245-4A75-9B51-C9D60925A013}" srcOrd="1" destOrd="0" presId="urn:microsoft.com/office/officeart/2005/8/layout/pList1"/>
    <dgm:cxn modelId="{77AE7AAD-82D3-434A-90C2-6353EABF8A22}" type="presParOf" srcId="{5C758AF7-B574-4B9E-A677-C52B3185FCAA}" destId="{55AC9E7D-C2E1-4BBE-AE5F-A18B55E045D8}" srcOrd="3" destOrd="0" presId="urn:microsoft.com/office/officeart/2005/8/layout/pList1"/>
    <dgm:cxn modelId="{4229E393-050F-4E07-A0D8-5B3BE2DE097C}" type="presParOf" srcId="{5C758AF7-B574-4B9E-A677-C52B3185FCAA}" destId="{1255BEB8-0781-493C-8836-CF0FD3B15677}" srcOrd="4" destOrd="0" presId="urn:microsoft.com/office/officeart/2005/8/layout/pList1"/>
    <dgm:cxn modelId="{33E07133-7585-4C65-A6E7-37652911555E}" type="presParOf" srcId="{1255BEB8-0781-493C-8836-CF0FD3B15677}" destId="{A460055D-AE6B-4BFC-9CF9-F2DBFA574A6E}" srcOrd="0" destOrd="0" presId="urn:microsoft.com/office/officeart/2005/8/layout/pList1"/>
    <dgm:cxn modelId="{2A86B86B-B842-439C-83DF-D20C71B8300A}" type="presParOf" srcId="{1255BEB8-0781-493C-8836-CF0FD3B15677}" destId="{371DA51E-6635-4184-83F4-8632BCF63C9C}" srcOrd="1" destOrd="0" presId="urn:microsoft.com/office/officeart/2005/8/layout/pList1"/>
    <dgm:cxn modelId="{1A13EA82-5754-4625-AC9E-C2F8D498CC33}" type="presParOf" srcId="{5C758AF7-B574-4B9E-A677-C52B3185FCAA}" destId="{8BA510D7-238F-4D6C-B08E-B5E84D86B07F}" srcOrd="5" destOrd="0" presId="urn:microsoft.com/office/officeart/2005/8/layout/pList1"/>
    <dgm:cxn modelId="{50AECFEC-D916-4EC0-AF00-F96B66008A63}" type="presParOf" srcId="{5C758AF7-B574-4B9E-A677-C52B3185FCAA}" destId="{4C04C740-0243-4205-97E8-A313618FAB9B}" srcOrd="6" destOrd="0" presId="urn:microsoft.com/office/officeart/2005/8/layout/pList1"/>
    <dgm:cxn modelId="{D70E6E5C-D5F4-4F6A-A7B5-A0C056CEA10E}" type="presParOf" srcId="{4C04C740-0243-4205-97E8-A313618FAB9B}" destId="{68D75E99-FA95-4EDF-9B7D-470ED9830A78}" srcOrd="0" destOrd="0" presId="urn:microsoft.com/office/officeart/2005/8/layout/pList1"/>
    <dgm:cxn modelId="{3B7357FA-007A-4CF3-A3CE-E55991FC9D2D}" type="presParOf" srcId="{4C04C740-0243-4205-97E8-A313618FAB9B}" destId="{514AD27F-5982-41C6-B47E-BB1EC7792BF0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FA9122-838B-4804-83E1-86C7D7C4A1B6}" type="doc">
      <dgm:prSet loTypeId="urn:microsoft.com/office/officeart/2008/layout/PictureStrips" loCatId="list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4F3FFED5-58C2-49DF-83BA-01256261E28F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0066"/>
          </a:solidFill>
        </a:ln>
      </dgm:spPr>
      <dgm:t>
        <a:bodyPr/>
        <a:lstStyle/>
        <a:p>
          <a:pPr algn="ctr"/>
          <a:r>
            <a:rPr lang="es-P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Herramientas para un pensamiento crítico y reflexivo.</a:t>
          </a:r>
          <a:endParaRPr lang="es-P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83402C-B340-4F85-8F68-7B042A37704C}" type="parTrans" cxnId="{5206391A-4520-4BA6-8E21-49D738B72496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987145-E57E-45A7-BC5D-CD377C9105CB}" type="sibTrans" cxnId="{5206391A-4520-4BA6-8E21-49D738B72496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9FD064-953F-4152-BEF2-0A981FD4B25C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0066"/>
          </a:solidFill>
        </a:ln>
      </dgm:spPr>
      <dgm:t>
        <a:bodyPr/>
        <a:lstStyle/>
        <a:p>
          <a:pPr algn="ctr"/>
          <a:r>
            <a:rPr lang="es-PE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 problema del ser.</a:t>
          </a:r>
          <a:endParaRPr lang="es-P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6E0E6E-EE7F-48E9-AD03-0A34F4FE04D5}" type="parTrans" cxnId="{00B49AF2-7F3E-4044-8959-8A1F1D6358D8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19DD85-9FD6-4194-B0B3-16F2D8764D09}" type="sibTrans" cxnId="{00B49AF2-7F3E-4044-8959-8A1F1D6358D8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B361B3-8704-4BF0-958E-AC48EBF547F5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0066"/>
          </a:solidFill>
        </a:ln>
      </dgm:spPr>
      <dgm:t>
        <a:bodyPr/>
        <a:lstStyle/>
        <a:p>
          <a:pPr algn="ctr"/>
          <a:r>
            <a:rPr lang="es-P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 problema sobre el conocimiento y la verdad.</a:t>
          </a:r>
          <a:endParaRPr lang="es-P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064C3A-C90C-4308-AD1E-EDF8FA1738EC}" type="parTrans" cxnId="{494A5EED-1C66-4C5F-ABCE-C9BF31ECB510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167BEB-74BA-49C6-A706-F8EB8363B422}" type="sibTrans" cxnId="{494A5EED-1C66-4C5F-ABCE-C9BF31ECB510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9A5E38-EBFB-4116-A04A-E2C76A3E9E52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0066"/>
          </a:solidFill>
        </a:ln>
      </dgm:spPr>
      <dgm:t>
        <a:bodyPr/>
        <a:lstStyle/>
        <a:p>
          <a:pPr algn="ctr"/>
          <a:r>
            <a:rPr lang="es-PE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 problema sobre Dios.</a:t>
          </a:r>
          <a:endParaRPr lang="es-P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A1F9AD-3B79-412A-90D9-C464721DEC68}" type="parTrans" cxnId="{DE73B1A4-C4D6-4391-AFB8-B4BB2894934C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0F3619-D98E-491C-BE86-40716E5DDFAD}" type="sibTrans" cxnId="{DE73B1A4-C4D6-4391-AFB8-B4BB2894934C}">
      <dgm:prSet/>
      <dgm:spPr/>
      <dgm:t>
        <a:bodyPr/>
        <a:lstStyle/>
        <a:p>
          <a:endParaRPr lang="es-PE" sz="2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AEE049-21F7-4B10-A52F-8733DD8551F2}" type="pres">
      <dgm:prSet presAssocID="{02FA9122-838B-4804-83E1-86C7D7C4A1B6}" presName="Name0" presStyleCnt="0">
        <dgm:presLayoutVars>
          <dgm:dir/>
          <dgm:resizeHandles val="exact"/>
        </dgm:presLayoutVars>
      </dgm:prSet>
      <dgm:spPr/>
    </dgm:pt>
    <dgm:pt modelId="{9933870D-BBB2-45F4-B4FE-851709F4B78F}" type="pres">
      <dgm:prSet presAssocID="{4F3FFED5-58C2-49DF-83BA-01256261E28F}" presName="composite" presStyleCnt="0"/>
      <dgm:spPr/>
    </dgm:pt>
    <dgm:pt modelId="{BE7C3A97-9B90-4395-8714-5DB097CE21BB}" type="pres">
      <dgm:prSet presAssocID="{4F3FFED5-58C2-49DF-83BA-01256261E28F}" presName="rect1" presStyleLbl="trAlignAcc1" presStyleIdx="0" presStyleCnt="4">
        <dgm:presLayoutVars>
          <dgm:bulletEnabled val="1"/>
        </dgm:presLayoutVars>
      </dgm:prSet>
      <dgm:spPr/>
    </dgm:pt>
    <dgm:pt modelId="{99BA3DD3-5F69-451A-A557-650694B43E62}" type="pres">
      <dgm:prSet presAssocID="{4F3FFED5-58C2-49DF-83BA-01256261E28F}" presName="rect2" presStyleLbl="fgImgPlace1" presStyleIdx="0" presStyleCnt="4"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gm:spPr>
    </dgm:pt>
    <dgm:pt modelId="{F4BF4F35-2679-41EC-A72D-7357A11C9CA3}" type="pres">
      <dgm:prSet presAssocID="{D3987145-E57E-45A7-BC5D-CD377C9105CB}" presName="sibTrans" presStyleCnt="0"/>
      <dgm:spPr/>
    </dgm:pt>
    <dgm:pt modelId="{65E2D9C6-938C-4696-B815-29B4447CB2BB}" type="pres">
      <dgm:prSet presAssocID="{8A9FD064-953F-4152-BEF2-0A981FD4B25C}" presName="composite" presStyleCnt="0"/>
      <dgm:spPr/>
    </dgm:pt>
    <dgm:pt modelId="{9352B873-745F-4169-A5C7-9F12080276AA}" type="pres">
      <dgm:prSet presAssocID="{8A9FD064-953F-4152-BEF2-0A981FD4B25C}" presName="rect1" presStyleLbl="trAlignAcc1" presStyleIdx="1" presStyleCnt="4">
        <dgm:presLayoutVars>
          <dgm:bulletEnabled val="1"/>
        </dgm:presLayoutVars>
      </dgm:prSet>
      <dgm:spPr/>
    </dgm:pt>
    <dgm:pt modelId="{C97290F2-54E2-4D4E-9A84-A4B49C7B2B77}" type="pres">
      <dgm:prSet presAssocID="{8A9FD064-953F-4152-BEF2-0A981FD4B25C}" presName="rect2" presStyleLbl="fgImgPlace1" presStyleIdx="1" presStyleCnt="4"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gm:spPr>
    </dgm:pt>
    <dgm:pt modelId="{8DA83451-36C1-4574-BF38-1058C67757CA}" type="pres">
      <dgm:prSet presAssocID="{6119DD85-9FD6-4194-B0B3-16F2D8764D09}" presName="sibTrans" presStyleCnt="0"/>
      <dgm:spPr/>
    </dgm:pt>
    <dgm:pt modelId="{40AFAF1F-2ED2-4FD6-8C96-1DA1FBF1EA7D}" type="pres">
      <dgm:prSet presAssocID="{98B361B3-8704-4BF0-958E-AC48EBF547F5}" presName="composite" presStyleCnt="0"/>
      <dgm:spPr/>
    </dgm:pt>
    <dgm:pt modelId="{A78A2E92-3ED5-49FF-A0A3-3BB2BE06E7FA}" type="pres">
      <dgm:prSet presAssocID="{98B361B3-8704-4BF0-958E-AC48EBF547F5}" presName="rect1" presStyleLbl="trAlignAcc1" presStyleIdx="2" presStyleCnt="4">
        <dgm:presLayoutVars>
          <dgm:bulletEnabled val="1"/>
        </dgm:presLayoutVars>
      </dgm:prSet>
      <dgm:spPr/>
    </dgm:pt>
    <dgm:pt modelId="{654913B4-42F0-4611-B5D0-CE55BE4E383C}" type="pres">
      <dgm:prSet presAssocID="{98B361B3-8704-4BF0-958E-AC48EBF547F5}" presName="rect2" presStyleLbl="fgImgPlace1" presStyleIdx="2" presStyleCnt="4"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gm:spPr>
    </dgm:pt>
    <dgm:pt modelId="{D9D0F895-05DF-4A4F-8130-98D16B1224A8}" type="pres">
      <dgm:prSet presAssocID="{B8167BEB-74BA-49C6-A706-F8EB8363B422}" presName="sibTrans" presStyleCnt="0"/>
      <dgm:spPr/>
    </dgm:pt>
    <dgm:pt modelId="{212E655C-C749-4CF2-9C4A-BDAF2C80A3F5}" type="pres">
      <dgm:prSet presAssocID="{DC9A5E38-EBFB-4116-A04A-E2C76A3E9E52}" presName="composite" presStyleCnt="0"/>
      <dgm:spPr/>
    </dgm:pt>
    <dgm:pt modelId="{0F16B34D-92E6-4FB9-8217-449A0AE0BBBB}" type="pres">
      <dgm:prSet presAssocID="{DC9A5E38-EBFB-4116-A04A-E2C76A3E9E52}" presName="rect1" presStyleLbl="trAlignAcc1" presStyleIdx="3" presStyleCnt="4">
        <dgm:presLayoutVars>
          <dgm:bulletEnabled val="1"/>
        </dgm:presLayoutVars>
      </dgm:prSet>
      <dgm:spPr/>
    </dgm:pt>
    <dgm:pt modelId="{FEECED65-700C-4138-B01A-43859B1952A0}" type="pres">
      <dgm:prSet presAssocID="{DC9A5E38-EBFB-4116-A04A-E2C76A3E9E52}" presName="rect2" presStyleLbl="fgImgPlace1" presStyleIdx="3" presStyleCnt="4"/>
      <dgm:spPr>
        <a:solidFill>
          <a:srgbClr val="0070C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gm:spPr>
    </dgm:pt>
  </dgm:ptLst>
  <dgm:cxnLst>
    <dgm:cxn modelId="{5206391A-4520-4BA6-8E21-49D738B72496}" srcId="{02FA9122-838B-4804-83E1-86C7D7C4A1B6}" destId="{4F3FFED5-58C2-49DF-83BA-01256261E28F}" srcOrd="0" destOrd="0" parTransId="{CE83402C-B340-4F85-8F68-7B042A37704C}" sibTransId="{D3987145-E57E-45A7-BC5D-CD377C9105CB}"/>
    <dgm:cxn modelId="{78BCA236-EB7A-4F7E-885C-BB4EBFD99514}" type="presOf" srcId="{98B361B3-8704-4BF0-958E-AC48EBF547F5}" destId="{A78A2E92-3ED5-49FF-A0A3-3BB2BE06E7FA}" srcOrd="0" destOrd="0" presId="urn:microsoft.com/office/officeart/2008/layout/PictureStrips"/>
    <dgm:cxn modelId="{7276C53D-3F43-45CC-B7C4-5248986CCC15}" type="presOf" srcId="{02FA9122-838B-4804-83E1-86C7D7C4A1B6}" destId="{35AEE049-21F7-4B10-A52F-8733DD8551F2}" srcOrd="0" destOrd="0" presId="urn:microsoft.com/office/officeart/2008/layout/PictureStrips"/>
    <dgm:cxn modelId="{E19C978B-5D20-4B41-96F9-57635723A849}" type="presOf" srcId="{4F3FFED5-58C2-49DF-83BA-01256261E28F}" destId="{BE7C3A97-9B90-4395-8714-5DB097CE21BB}" srcOrd="0" destOrd="0" presId="urn:microsoft.com/office/officeart/2008/layout/PictureStrips"/>
    <dgm:cxn modelId="{DE73B1A4-C4D6-4391-AFB8-B4BB2894934C}" srcId="{02FA9122-838B-4804-83E1-86C7D7C4A1B6}" destId="{DC9A5E38-EBFB-4116-A04A-E2C76A3E9E52}" srcOrd="3" destOrd="0" parTransId="{71A1F9AD-3B79-412A-90D9-C464721DEC68}" sibTransId="{4B0F3619-D98E-491C-BE86-40716E5DDFAD}"/>
    <dgm:cxn modelId="{FF09FCC0-B8BC-4C3D-AED4-32DEF44ED8F8}" type="presOf" srcId="{DC9A5E38-EBFB-4116-A04A-E2C76A3E9E52}" destId="{0F16B34D-92E6-4FB9-8217-449A0AE0BBBB}" srcOrd="0" destOrd="0" presId="urn:microsoft.com/office/officeart/2008/layout/PictureStrips"/>
    <dgm:cxn modelId="{AB70CECD-DE44-47CF-82FF-DA4B6FB3494C}" type="presOf" srcId="{8A9FD064-953F-4152-BEF2-0A981FD4B25C}" destId="{9352B873-745F-4169-A5C7-9F12080276AA}" srcOrd="0" destOrd="0" presId="urn:microsoft.com/office/officeart/2008/layout/PictureStrips"/>
    <dgm:cxn modelId="{494A5EED-1C66-4C5F-ABCE-C9BF31ECB510}" srcId="{02FA9122-838B-4804-83E1-86C7D7C4A1B6}" destId="{98B361B3-8704-4BF0-958E-AC48EBF547F5}" srcOrd="2" destOrd="0" parTransId="{41064C3A-C90C-4308-AD1E-EDF8FA1738EC}" sibTransId="{B8167BEB-74BA-49C6-A706-F8EB8363B422}"/>
    <dgm:cxn modelId="{00B49AF2-7F3E-4044-8959-8A1F1D6358D8}" srcId="{02FA9122-838B-4804-83E1-86C7D7C4A1B6}" destId="{8A9FD064-953F-4152-BEF2-0A981FD4B25C}" srcOrd="1" destOrd="0" parTransId="{376E0E6E-EE7F-48E9-AD03-0A34F4FE04D5}" sibTransId="{6119DD85-9FD6-4194-B0B3-16F2D8764D09}"/>
    <dgm:cxn modelId="{5C2457B5-56A8-4B11-B569-EAFC873C0CA4}" type="presParOf" srcId="{35AEE049-21F7-4B10-A52F-8733DD8551F2}" destId="{9933870D-BBB2-45F4-B4FE-851709F4B78F}" srcOrd="0" destOrd="0" presId="urn:microsoft.com/office/officeart/2008/layout/PictureStrips"/>
    <dgm:cxn modelId="{79585E06-F473-47BE-9440-94F074691622}" type="presParOf" srcId="{9933870D-BBB2-45F4-B4FE-851709F4B78F}" destId="{BE7C3A97-9B90-4395-8714-5DB097CE21BB}" srcOrd="0" destOrd="0" presId="urn:microsoft.com/office/officeart/2008/layout/PictureStrips"/>
    <dgm:cxn modelId="{D2151904-FED5-49B2-B06A-2F7B6E973C51}" type="presParOf" srcId="{9933870D-BBB2-45F4-B4FE-851709F4B78F}" destId="{99BA3DD3-5F69-451A-A557-650694B43E62}" srcOrd="1" destOrd="0" presId="urn:microsoft.com/office/officeart/2008/layout/PictureStrips"/>
    <dgm:cxn modelId="{2D7FCC6B-5515-4422-8649-A6CFEE3E8FB4}" type="presParOf" srcId="{35AEE049-21F7-4B10-A52F-8733DD8551F2}" destId="{F4BF4F35-2679-41EC-A72D-7357A11C9CA3}" srcOrd="1" destOrd="0" presId="urn:microsoft.com/office/officeart/2008/layout/PictureStrips"/>
    <dgm:cxn modelId="{7293DFB2-6242-471C-9462-73258F9450BD}" type="presParOf" srcId="{35AEE049-21F7-4B10-A52F-8733DD8551F2}" destId="{65E2D9C6-938C-4696-B815-29B4447CB2BB}" srcOrd="2" destOrd="0" presId="urn:microsoft.com/office/officeart/2008/layout/PictureStrips"/>
    <dgm:cxn modelId="{E71E7B9E-A0F4-4AFA-AE8D-E236A91129F5}" type="presParOf" srcId="{65E2D9C6-938C-4696-B815-29B4447CB2BB}" destId="{9352B873-745F-4169-A5C7-9F12080276AA}" srcOrd="0" destOrd="0" presId="urn:microsoft.com/office/officeart/2008/layout/PictureStrips"/>
    <dgm:cxn modelId="{F7654FAE-EDA6-407C-AE2E-DA5C88CCABB6}" type="presParOf" srcId="{65E2D9C6-938C-4696-B815-29B4447CB2BB}" destId="{C97290F2-54E2-4D4E-9A84-A4B49C7B2B77}" srcOrd="1" destOrd="0" presId="urn:microsoft.com/office/officeart/2008/layout/PictureStrips"/>
    <dgm:cxn modelId="{ACABD26F-7DBD-4564-9A72-085D62A135AD}" type="presParOf" srcId="{35AEE049-21F7-4B10-A52F-8733DD8551F2}" destId="{8DA83451-36C1-4574-BF38-1058C67757CA}" srcOrd="3" destOrd="0" presId="urn:microsoft.com/office/officeart/2008/layout/PictureStrips"/>
    <dgm:cxn modelId="{366CBB39-9C05-420E-84DA-2772BCCA9BE1}" type="presParOf" srcId="{35AEE049-21F7-4B10-A52F-8733DD8551F2}" destId="{40AFAF1F-2ED2-4FD6-8C96-1DA1FBF1EA7D}" srcOrd="4" destOrd="0" presId="urn:microsoft.com/office/officeart/2008/layout/PictureStrips"/>
    <dgm:cxn modelId="{68BF1077-70B8-40FD-B42D-13718D976274}" type="presParOf" srcId="{40AFAF1F-2ED2-4FD6-8C96-1DA1FBF1EA7D}" destId="{A78A2E92-3ED5-49FF-A0A3-3BB2BE06E7FA}" srcOrd="0" destOrd="0" presId="urn:microsoft.com/office/officeart/2008/layout/PictureStrips"/>
    <dgm:cxn modelId="{A21E2F19-7C10-4B90-B236-5B277E575B51}" type="presParOf" srcId="{40AFAF1F-2ED2-4FD6-8C96-1DA1FBF1EA7D}" destId="{654913B4-42F0-4611-B5D0-CE55BE4E383C}" srcOrd="1" destOrd="0" presId="urn:microsoft.com/office/officeart/2008/layout/PictureStrips"/>
    <dgm:cxn modelId="{30D19024-428B-467E-8E91-E9703D0A69EB}" type="presParOf" srcId="{35AEE049-21F7-4B10-A52F-8733DD8551F2}" destId="{D9D0F895-05DF-4A4F-8130-98D16B1224A8}" srcOrd="5" destOrd="0" presId="urn:microsoft.com/office/officeart/2008/layout/PictureStrips"/>
    <dgm:cxn modelId="{63C367C2-2010-462B-9229-78C09FC1EBEA}" type="presParOf" srcId="{35AEE049-21F7-4B10-A52F-8733DD8551F2}" destId="{212E655C-C749-4CF2-9C4A-BDAF2C80A3F5}" srcOrd="6" destOrd="0" presId="urn:microsoft.com/office/officeart/2008/layout/PictureStrips"/>
    <dgm:cxn modelId="{E7BBEE42-A555-4FDB-AAA3-000AE5668C2D}" type="presParOf" srcId="{212E655C-C749-4CF2-9C4A-BDAF2C80A3F5}" destId="{0F16B34D-92E6-4FB9-8217-449A0AE0BBBB}" srcOrd="0" destOrd="0" presId="urn:microsoft.com/office/officeart/2008/layout/PictureStrips"/>
    <dgm:cxn modelId="{747953A9-81FC-4D6B-823F-36E8698228BF}" type="presParOf" srcId="{212E655C-C749-4CF2-9C4A-BDAF2C80A3F5}" destId="{FEECED65-700C-4138-B01A-43859B1952A0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AE87E8-DE04-447C-A843-3854D544145F}" type="doc">
      <dgm:prSet loTypeId="urn:microsoft.com/office/officeart/2008/layout/CircleAccentTimeline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s-PE"/>
        </a:p>
      </dgm:t>
    </dgm:pt>
    <dgm:pt modelId="{5C096614-96D0-48C8-A880-C61074D40B6C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000066"/>
          </a:solidFill>
        </a:ln>
      </dgm:spPr>
      <dgm:t>
        <a:bodyPr/>
        <a:lstStyle/>
        <a:p>
          <a:pPr algn="ctr"/>
          <a:r>
            <a:rPr lang="es-PE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Autoaprendizaje Autónomo  </a:t>
          </a:r>
        </a:p>
      </dgm:t>
    </dgm:pt>
    <dgm:pt modelId="{A3F8C5B8-8121-43D5-AB2B-79DF792E8BE7}" type="parTrans" cxnId="{2E1BDD39-9309-4BD0-BAE4-89B415F94A0E}">
      <dgm:prSet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D1B470F0-B53D-4DF9-8953-EBC6A62CA439}" type="sibTrans" cxnId="{2E1BDD39-9309-4BD0-BAE4-89B415F94A0E}">
      <dgm:prSet custT="1"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DEE639A9-A2BF-4635-BD45-C6FC8990BB45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000066"/>
          </a:solidFill>
        </a:ln>
      </dgm:spPr>
      <dgm:t>
        <a:bodyPr/>
        <a:lstStyle/>
        <a:p>
          <a:pPr algn="ctr"/>
          <a:r>
            <a:rPr lang="es-PE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Trabajo en equipo</a:t>
          </a:r>
        </a:p>
      </dgm:t>
    </dgm:pt>
    <dgm:pt modelId="{4F7D0F9D-561D-44F9-A846-71BFC3E7C381}" type="parTrans" cxnId="{6004F06A-5C8E-400E-AF7F-B9E2476401A8}">
      <dgm:prSet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F24BB69D-9E4A-4BE9-9751-B9C98DF90AD4}" type="sibTrans" cxnId="{6004F06A-5C8E-400E-AF7F-B9E2476401A8}">
      <dgm:prSet custT="1"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C316B505-C394-4C28-94B7-DDD666083AD4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000066"/>
          </a:solidFill>
        </a:ln>
      </dgm:spPr>
      <dgm:t>
        <a:bodyPr/>
        <a:lstStyle/>
        <a:p>
          <a:pPr algn="ctr"/>
          <a:r>
            <a:rPr lang="es-PE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Preguntas intercaladas </a:t>
          </a:r>
        </a:p>
      </dgm:t>
    </dgm:pt>
    <dgm:pt modelId="{85845FBF-6EE7-46B7-982F-4FAD45304EA8}" type="parTrans" cxnId="{C5B1D8C0-3562-44F6-B2BC-AA01E0EE6CD7}">
      <dgm:prSet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34569A3F-20E7-407E-BE05-251EEAEED37B}" type="sibTrans" cxnId="{C5B1D8C0-3562-44F6-B2BC-AA01E0EE6CD7}">
      <dgm:prSet custT="1"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526113CA-0BB1-401F-B8B0-FD5A9FD03C1C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 w="38100">
          <a:solidFill>
            <a:srgbClr val="000066"/>
          </a:solidFill>
        </a:ln>
      </dgm:spPr>
      <dgm:t>
        <a:bodyPr/>
        <a:lstStyle/>
        <a:p>
          <a:pPr algn="ctr"/>
          <a:r>
            <a:rPr lang="es-PE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Foro virtual </a:t>
          </a:r>
        </a:p>
      </dgm:t>
    </dgm:pt>
    <dgm:pt modelId="{D7DEC85D-5F8E-478F-8CBA-01682E9E0930}" type="parTrans" cxnId="{17466834-CF34-48E6-8BEA-2958D5D0A99C}">
      <dgm:prSet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FB6F36EE-3ED8-453F-AB47-F826208CC68F}" type="sibTrans" cxnId="{17466834-CF34-48E6-8BEA-2958D5D0A99C}">
      <dgm:prSet/>
      <dgm:spPr/>
      <dgm:t>
        <a:bodyPr/>
        <a:lstStyle/>
        <a:p>
          <a:pPr algn="ctr"/>
          <a:endParaRPr lang="es-PE" sz="2000" b="1">
            <a:solidFill>
              <a:schemeClr val="accent2"/>
            </a:solidFill>
          </a:endParaRPr>
        </a:p>
      </dgm:t>
    </dgm:pt>
    <dgm:pt modelId="{02452D34-66A3-4E2C-BDB9-E48C87841B14}" type="pres">
      <dgm:prSet presAssocID="{27AE87E8-DE04-447C-A843-3854D544145F}" presName="Name0" presStyleCnt="0">
        <dgm:presLayoutVars>
          <dgm:dir/>
        </dgm:presLayoutVars>
      </dgm:prSet>
      <dgm:spPr/>
    </dgm:pt>
    <dgm:pt modelId="{B47CDC40-6669-47D2-B21F-A6F2D5F4B537}" type="pres">
      <dgm:prSet presAssocID="{5C096614-96D0-48C8-A880-C61074D40B6C}" presName="parComposite" presStyleCnt="0"/>
      <dgm:spPr/>
    </dgm:pt>
    <dgm:pt modelId="{53CBF868-E855-41D3-959C-06FFDB481C16}" type="pres">
      <dgm:prSet presAssocID="{5C096614-96D0-48C8-A880-C61074D40B6C}" presName="parBigCircle" presStyleLbl="node0" presStyleIdx="0" presStyleCnt="4"/>
      <dgm:spPr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</dgm:pt>
    <dgm:pt modelId="{B0EE0D70-94B3-484C-81D8-9863CEA4C85F}" type="pres">
      <dgm:prSet presAssocID="{5C096614-96D0-48C8-A880-C61074D40B6C}" presName="parTx" presStyleLbl="revTx" presStyleIdx="0" presStyleCnt="4" custScaleX="123696" custScaleY="100059"/>
      <dgm:spPr/>
    </dgm:pt>
    <dgm:pt modelId="{AC4CA87B-2B31-43E5-8ACA-2EA612C9B904}" type="pres">
      <dgm:prSet presAssocID="{5C096614-96D0-48C8-A880-C61074D40B6C}" presName="bSpace" presStyleCnt="0"/>
      <dgm:spPr/>
    </dgm:pt>
    <dgm:pt modelId="{BBF6A39E-95B2-443E-B130-1B58BA4884B9}" type="pres">
      <dgm:prSet presAssocID="{5C096614-96D0-48C8-A880-C61074D40B6C}" presName="parBackupNorm" presStyleCnt="0"/>
      <dgm:spPr/>
    </dgm:pt>
    <dgm:pt modelId="{D5B82519-587D-4CBD-BFE0-12DBE0F6F488}" type="pres">
      <dgm:prSet presAssocID="{D1B470F0-B53D-4DF9-8953-EBC6A62CA439}" presName="parSpace" presStyleCnt="0"/>
      <dgm:spPr/>
    </dgm:pt>
    <dgm:pt modelId="{A07BDCFE-C1F2-4318-B06C-6C22A3B8EA1B}" type="pres">
      <dgm:prSet presAssocID="{DEE639A9-A2BF-4635-BD45-C6FC8990BB45}" presName="parComposite" presStyleCnt="0"/>
      <dgm:spPr/>
    </dgm:pt>
    <dgm:pt modelId="{7D412C5A-BBA9-488F-86A7-7FB00088D538}" type="pres">
      <dgm:prSet presAssocID="{DEE639A9-A2BF-4635-BD45-C6FC8990BB45}" presName="parBigCircle" presStyleLbl="node0" presStyleIdx="1" presStyleCnt="4"/>
      <dgm:spPr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</dgm:pt>
    <dgm:pt modelId="{C6527AA4-DF5A-4577-8DF1-557CF40747C7}" type="pres">
      <dgm:prSet presAssocID="{DEE639A9-A2BF-4635-BD45-C6FC8990BB45}" presName="parTx" presStyleLbl="revTx" presStyleIdx="1" presStyleCnt="4" custScaleX="140033" custScaleY="118012"/>
      <dgm:spPr/>
    </dgm:pt>
    <dgm:pt modelId="{D32AD623-E49D-46BD-AE0C-04E6B0B01821}" type="pres">
      <dgm:prSet presAssocID="{DEE639A9-A2BF-4635-BD45-C6FC8990BB45}" presName="bSpace" presStyleCnt="0"/>
      <dgm:spPr/>
    </dgm:pt>
    <dgm:pt modelId="{7C70B572-4641-4595-8C26-B4765E4C9802}" type="pres">
      <dgm:prSet presAssocID="{DEE639A9-A2BF-4635-BD45-C6FC8990BB45}" presName="parBackupNorm" presStyleCnt="0"/>
      <dgm:spPr/>
    </dgm:pt>
    <dgm:pt modelId="{D25E2816-83F2-43D2-A4AF-7DCCCBBA4A96}" type="pres">
      <dgm:prSet presAssocID="{F24BB69D-9E4A-4BE9-9751-B9C98DF90AD4}" presName="parSpace" presStyleCnt="0"/>
      <dgm:spPr/>
    </dgm:pt>
    <dgm:pt modelId="{B185E116-8F07-4CC0-A8E3-512FF345347D}" type="pres">
      <dgm:prSet presAssocID="{C316B505-C394-4C28-94B7-DDD666083AD4}" presName="parComposite" presStyleCnt="0"/>
      <dgm:spPr/>
    </dgm:pt>
    <dgm:pt modelId="{81734F5A-EBE0-48B9-A566-483732AFD584}" type="pres">
      <dgm:prSet presAssocID="{C316B505-C394-4C28-94B7-DDD666083AD4}" presName="parBigCircle" presStyleLbl="node0" presStyleIdx="2" presStyleCnt="4"/>
      <dgm:spPr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</dgm:pt>
    <dgm:pt modelId="{A5C6ED64-BC01-4B0C-AD35-4147BFD20A60}" type="pres">
      <dgm:prSet presAssocID="{C316B505-C394-4C28-94B7-DDD666083AD4}" presName="parTx" presStyleLbl="revTx" presStyleIdx="2" presStyleCnt="4" custScaleX="106258" custScaleY="118493"/>
      <dgm:spPr/>
    </dgm:pt>
    <dgm:pt modelId="{800143B8-B2CD-4CAE-AB4F-8BF205626458}" type="pres">
      <dgm:prSet presAssocID="{C316B505-C394-4C28-94B7-DDD666083AD4}" presName="bSpace" presStyleCnt="0"/>
      <dgm:spPr/>
    </dgm:pt>
    <dgm:pt modelId="{B0543E76-2DE8-4E66-AE42-40ADF37B1EE9}" type="pres">
      <dgm:prSet presAssocID="{C316B505-C394-4C28-94B7-DDD666083AD4}" presName="parBackupNorm" presStyleCnt="0"/>
      <dgm:spPr/>
    </dgm:pt>
    <dgm:pt modelId="{C0923B92-6054-47A4-9065-A5FB8FD84DC9}" type="pres">
      <dgm:prSet presAssocID="{34569A3F-20E7-407E-BE05-251EEAEED37B}" presName="parSpace" presStyleCnt="0"/>
      <dgm:spPr/>
    </dgm:pt>
    <dgm:pt modelId="{99207EC9-CF1C-4BFA-90C2-BD463D8B4EB2}" type="pres">
      <dgm:prSet presAssocID="{526113CA-0BB1-401F-B8B0-FD5A9FD03C1C}" presName="parComposite" presStyleCnt="0"/>
      <dgm:spPr/>
    </dgm:pt>
    <dgm:pt modelId="{A37DB0B3-AFD5-4A4F-B764-74E31AE953F5}" type="pres">
      <dgm:prSet presAssocID="{526113CA-0BB1-401F-B8B0-FD5A9FD03C1C}" presName="parBigCircle" presStyleLbl="node0" presStyleIdx="3" presStyleCnt="4"/>
      <dgm:spPr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</dgm:pt>
    <dgm:pt modelId="{7174C5FD-1493-4AD7-9E3E-381A56714AD8}" type="pres">
      <dgm:prSet presAssocID="{526113CA-0BB1-401F-B8B0-FD5A9FD03C1C}" presName="parTx" presStyleLbl="revTx" presStyleIdx="3" presStyleCnt="4"/>
      <dgm:spPr/>
    </dgm:pt>
    <dgm:pt modelId="{19CFE0CB-5572-4891-9103-3DD13B0A18D7}" type="pres">
      <dgm:prSet presAssocID="{526113CA-0BB1-401F-B8B0-FD5A9FD03C1C}" presName="bSpace" presStyleCnt="0"/>
      <dgm:spPr/>
    </dgm:pt>
    <dgm:pt modelId="{85A743D5-53C7-4B91-834B-7B92520EA9B6}" type="pres">
      <dgm:prSet presAssocID="{526113CA-0BB1-401F-B8B0-FD5A9FD03C1C}" presName="parBackupNorm" presStyleCnt="0"/>
      <dgm:spPr/>
    </dgm:pt>
    <dgm:pt modelId="{29953D29-EC7E-46D2-AEF0-FB547AF3839D}" type="pres">
      <dgm:prSet presAssocID="{FB6F36EE-3ED8-453F-AB47-F826208CC68F}" presName="parSpace" presStyleCnt="0"/>
      <dgm:spPr/>
    </dgm:pt>
  </dgm:ptLst>
  <dgm:cxnLst>
    <dgm:cxn modelId="{22183E2E-12B7-4296-BED1-0980BE84C353}" type="presOf" srcId="{DEE639A9-A2BF-4635-BD45-C6FC8990BB45}" destId="{C6527AA4-DF5A-4577-8DF1-557CF40747C7}" srcOrd="0" destOrd="0" presId="urn:microsoft.com/office/officeart/2008/layout/CircleAccentTimeline"/>
    <dgm:cxn modelId="{17466834-CF34-48E6-8BEA-2958D5D0A99C}" srcId="{27AE87E8-DE04-447C-A843-3854D544145F}" destId="{526113CA-0BB1-401F-B8B0-FD5A9FD03C1C}" srcOrd="3" destOrd="0" parTransId="{D7DEC85D-5F8E-478F-8CBA-01682E9E0930}" sibTransId="{FB6F36EE-3ED8-453F-AB47-F826208CC68F}"/>
    <dgm:cxn modelId="{2E1BDD39-9309-4BD0-BAE4-89B415F94A0E}" srcId="{27AE87E8-DE04-447C-A843-3854D544145F}" destId="{5C096614-96D0-48C8-A880-C61074D40B6C}" srcOrd="0" destOrd="0" parTransId="{A3F8C5B8-8121-43D5-AB2B-79DF792E8BE7}" sibTransId="{D1B470F0-B53D-4DF9-8953-EBC6A62CA439}"/>
    <dgm:cxn modelId="{B87A4E3C-EA2B-45FF-B467-794DC684BF36}" type="presOf" srcId="{5C096614-96D0-48C8-A880-C61074D40B6C}" destId="{B0EE0D70-94B3-484C-81D8-9863CEA4C85F}" srcOrd="0" destOrd="0" presId="urn:microsoft.com/office/officeart/2008/layout/CircleAccentTimeline"/>
    <dgm:cxn modelId="{6004F06A-5C8E-400E-AF7F-B9E2476401A8}" srcId="{27AE87E8-DE04-447C-A843-3854D544145F}" destId="{DEE639A9-A2BF-4635-BD45-C6FC8990BB45}" srcOrd="1" destOrd="0" parTransId="{4F7D0F9D-561D-44F9-A846-71BFC3E7C381}" sibTransId="{F24BB69D-9E4A-4BE9-9751-B9C98DF90AD4}"/>
    <dgm:cxn modelId="{C5B1D8C0-3562-44F6-B2BC-AA01E0EE6CD7}" srcId="{27AE87E8-DE04-447C-A843-3854D544145F}" destId="{C316B505-C394-4C28-94B7-DDD666083AD4}" srcOrd="2" destOrd="0" parTransId="{85845FBF-6EE7-46B7-982F-4FAD45304EA8}" sibTransId="{34569A3F-20E7-407E-BE05-251EEAEED37B}"/>
    <dgm:cxn modelId="{55EBC9C9-09FE-4B24-BF2A-259873368D1B}" type="presOf" srcId="{C316B505-C394-4C28-94B7-DDD666083AD4}" destId="{A5C6ED64-BC01-4B0C-AD35-4147BFD20A60}" srcOrd="0" destOrd="0" presId="urn:microsoft.com/office/officeart/2008/layout/CircleAccentTimeline"/>
    <dgm:cxn modelId="{33D79FDA-AC08-4B45-923F-911E41EAC755}" type="presOf" srcId="{526113CA-0BB1-401F-B8B0-FD5A9FD03C1C}" destId="{7174C5FD-1493-4AD7-9E3E-381A56714AD8}" srcOrd="0" destOrd="0" presId="urn:microsoft.com/office/officeart/2008/layout/CircleAccentTimeline"/>
    <dgm:cxn modelId="{23E984E4-3194-4E94-B2B1-F4D4CAC596C7}" type="presOf" srcId="{27AE87E8-DE04-447C-A843-3854D544145F}" destId="{02452D34-66A3-4E2C-BDB9-E48C87841B14}" srcOrd="0" destOrd="0" presId="urn:microsoft.com/office/officeart/2008/layout/CircleAccentTimeline"/>
    <dgm:cxn modelId="{371704CC-AB64-4264-B868-8F65D065C6B4}" type="presParOf" srcId="{02452D34-66A3-4E2C-BDB9-E48C87841B14}" destId="{B47CDC40-6669-47D2-B21F-A6F2D5F4B537}" srcOrd="0" destOrd="0" presId="urn:microsoft.com/office/officeart/2008/layout/CircleAccentTimeline"/>
    <dgm:cxn modelId="{6FF3ADD6-CA31-4037-8A3A-7BC3F6491BB1}" type="presParOf" srcId="{B47CDC40-6669-47D2-B21F-A6F2D5F4B537}" destId="{53CBF868-E855-41D3-959C-06FFDB481C16}" srcOrd="0" destOrd="0" presId="urn:microsoft.com/office/officeart/2008/layout/CircleAccentTimeline"/>
    <dgm:cxn modelId="{3A854352-FF88-4C2F-9CB8-D2E032762A94}" type="presParOf" srcId="{B47CDC40-6669-47D2-B21F-A6F2D5F4B537}" destId="{B0EE0D70-94B3-484C-81D8-9863CEA4C85F}" srcOrd="1" destOrd="0" presId="urn:microsoft.com/office/officeart/2008/layout/CircleAccentTimeline"/>
    <dgm:cxn modelId="{1B192BC6-1976-429C-AFF3-08D7E864CACE}" type="presParOf" srcId="{B47CDC40-6669-47D2-B21F-A6F2D5F4B537}" destId="{AC4CA87B-2B31-43E5-8ACA-2EA612C9B904}" srcOrd="2" destOrd="0" presId="urn:microsoft.com/office/officeart/2008/layout/CircleAccentTimeline"/>
    <dgm:cxn modelId="{291A6995-FFAF-4C64-AC29-9A77D30B989C}" type="presParOf" srcId="{02452D34-66A3-4E2C-BDB9-E48C87841B14}" destId="{BBF6A39E-95B2-443E-B130-1B58BA4884B9}" srcOrd="1" destOrd="0" presId="urn:microsoft.com/office/officeart/2008/layout/CircleAccentTimeline"/>
    <dgm:cxn modelId="{D17B5D3C-B1F3-4B19-8650-3EAE2F422C79}" type="presParOf" srcId="{02452D34-66A3-4E2C-BDB9-E48C87841B14}" destId="{D5B82519-587D-4CBD-BFE0-12DBE0F6F488}" srcOrd="2" destOrd="0" presId="urn:microsoft.com/office/officeart/2008/layout/CircleAccentTimeline"/>
    <dgm:cxn modelId="{BE662378-CA91-4220-8F17-78164BC2FA62}" type="presParOf" srcId="{02452D34-66A3-4E2C-BDB9-E48C87841B14}" destId="{A07BDCFE-C1F2-4318-B06C-6C22A3B8EA1B}" srcOrd="3" destOrd="0" presId="urn:microsoft.com/office/officeart/2008/layout/CircleAccentTimeline"/>
    <dgm:cxn modelId="{2B19D372-CA4B-4BCE-B2BD-E1F677AA6DC2}" type="presParOf" srcId="{A07BDCFE-C1F2-4318-B06C-6C22A3B8EA1B}" destId="{7D412C5A-BBA9-488F-86A7-7FB00088D538}" srcOrd="0" destOrd="0" presId="urn:microsoft.com/office/officeart/2008/layout/CircleAccentTimeline"/>
    <dgm:cxn modelId="{CFCCB040-FDAF-43E5-B58D-28EFA44A8227}" type="presParOf" srcId="{A07BDCFE-C1F2-4318-B06C-6C22A3B8EA1B}" destId="{C6527AA4-DF5A-4577-8DF1-557CF40747C7}" srcOrd="1" destOrd="0" presId="urn:microsoft.com/office/officeart/2008/layout/CircleAccentTimeline"/>
    <dgm:cxn modelId="{7436A1C6-3237-450D-99B1-151F09DE2452}" type="presParOf" srcId="{A07BDCFE-C1F2-4318-B06C-6C22A3B8EA1B}" destId="{D32AD623-E49D-46BD-AE0C-04E6B0B01821}" srcOrd="2" destOrd="0" presId="urn:microsoft.com/office/officeart/2008/layout/CircleAccentTimeline"/>
    <dgm:cxn modelId="{9BC9FFE7-CECC-46E3-A7B6-7A817C0FD10B}" type="presParOf" srcId="{02452D34-66A3-4E2C-BDB9-E48C87841B14}" destId="{7C70B572-4641-4595-8C26-B4765E4C9802}" srcOrd="4" destOrd="0" presId="urn:microsoft.com/office/officeart/2008/layout/CircleAccentTimeline"/>
    <dgm:cxn modelId="{9287E358-108D-4EED-B004-4BBC03F1B499}" type="presParOf" srcId="{02452D34-66A3-4E2C-BDB9-E48C87841B14}" destId="{D25E2816-83F2-43D2-A4AF-7DCCCBBA4A96}" srcOrd="5" destOrd="0" presId="urn:microsoft.com/office/officeart/2008/layout/CircleAccentTimeline"/>
    <dgm:cxn modelId="{4BFC229C-A382-45A5-A7FF-4E27D9339ECB}" type="presParOf" srcId="{02452D34-66A3-4E2C-BDB9-E48C87841B14}" destId="{B185E116-8F07-4CC0-A8E3-512FF345347D}" srcOrd="6" destOrd="0" presId="urn:microsoft.com/office/officeart/2008/layout/CircleAccentTimeline"/>
    <dgm:cxn modelId="{017761ED-ECBD-4A8C-9650-63FDE1451387}" type="presParOf" srcId="{B185E116-8F07-4CC0-A8E3-512FF345347D}" destId="{81734F5A-EBE0-48B9-A566-483732AFD584}" srcOrd="0" destOrd="0" presId="urn:microsoft.com/office/officeart/2008/layout/CircleAccentTimeline"/>
    <dgm:cxn modelId="{B11F2889-465A-44EF-8A08-0787F65B319F}" type="presParOf" srcId="{B185E116-8F07-4CC0-A8E3-512FF345347D}" destId="{A5C6ED64-BC01-4B0C-AD35-4147BFD20A60}" srcOrd="1" destOrd="0" presId="urn:microsoft.com/office/officeart/2008/layout/CircleAccentTimeline"/>
    <dgm:cxn modelId="{BAEB02DD-1338-4681-9656-8C891FDC90F7}" type="presParOf" srcId="{B185E116-8F07-4CC0-A8E3-512FF345347D}" destId="{800143B8-B2CD-4CAE-AB4F-8BF205626458}" srcOrd="2" destOrd="0" presId="urn:microsoft.com/office/officeart/2008/layout/CircleAccentTimeline"/>
    <dgm:cxn modelId="{0D59E1F8-6F98-4AC0-8FEE-AD804AD32688}" type="presParOf" srcId="{02452D34-66A3-4E2C-BDB9-E48C87841B14}" destId="{B0543E76-2DE8-4E66-AE42-40ADF37B1EE9}" srcOrd="7" destOrd="0" presId="urn:microsoft.com/office/officeart/2008/layout/CircleAccentTimeline"/>
    <dgm:cxn modelId="{EE080CD8-C871-4891-9D52-201EA15F0793}" type="presParOf" srcId="{02452D34-66A3-4E2C-BDB9-E48C87841B14}" destId="{C0923B92-6054-47A4-9065-A5FB8FD84DC9}" srcOrd="8" destOrd="0" presId="urn:microsoft.com/office/officeart/2008/layout/CircleAccentTimeline"/>
    <dgm:cxn modelId="{D90B8D57-055B-4703-ABE7-BD9C59CD3BAD}" type="presParOf" srcId="{02452D34-66A3-4E2C-BDB9-E48C87841B14}" destId="{99207EC9-CF1C-4BFA-90C2-BD463D8B4EB2}" srcOrd="9" destOrd="0" presId="urn:microsoft.com/office/officeart/2008/layout/CircleAccentTimeline"/>
    <dgm:cxn modelId="{46F57265-F0B3-4B7E-8983-A0DAB0850757}" type="presParOf" srcId="{99207EC9-CF1C-4BFA-90C2-BD463D8B4EB2}" destId="{A37DB0B3-AFD5-4A4F-B764-74E31AE953F5}" srcOrd="0" destOrd="0" presId="urn:microsoft.com/office/officeart/2008/layout/CircleAccentTimeline"/>
    <dgm:cxn modelId="{465D8F9C-1EAF-4CBF-B8D9-BDC08D23FEA1}" type="presParOf" srcId="{99207EC9-CF1C-4BFA-90C2-BD463D8B4EB2}" destId="{7174C5FD-1493-4AD7-9E3E-381A56714AD8}" srcOrd="1" destOrd="0" presId="urn:microsoft.com/office/officeart/2008/layout/CircleAccentTimeline"/>
    <dgm:cxn modelId="{D1C6010A-9D0F-4048-B9E9-6263F78470C9}" type="presParOf" srcId="{99207EC9-CF1C-4BFA-90C2-BD463D8B4EB2}" destId="{19CFE0CB-5572-4891-9103-3DD13B0A18D7}" srcOrd="2" destOrd="0" presId="urn:microsoft.com/office/officeart/2008/layout/CircleAccentTimeline"/>
    <dgm:cxn modelId="{8BF490DF-AD66-4E60-AA4B-FC37874B2DC9}" type="presParOf" srcId="{02452D34-66A3-4E2C-BDB9-E48C87841B14}" destId="{85A743D5-53C7-4B91-834B-7B92520EA9B6}" srcOrd="10" destOrd="0" presId="urn:microsoft.com/office/officeart/2008/layout/CircleAccentTimeline"/>
    <dgm:cxn modelId="{D571F97D-1E89-49BD-9E37-2110B35F0990}" type="presParOf" srcId="{02452D34-66A3-4E2C-BDB9-E48C87841B14}" destId="{29953D29-EC7E-46D2-AEF0-FB547AF3839D}" srcOrd="11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66041-6C77-41E5-ADCD-FFB53FD8BC0C}">
      <dsp:nvSpPr>
        <dsp:cNvPr id="0" name=""/>
        <dsp:cNvSpPr/>
      </dsp:nvSpPr>
      <dsp:spPr>
        <a:xfrm>
          <a:off x="5557" y="1091076"/>
          <a:ext cx="2644448" cy="18220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E20D65-FD64-4545-B3C3-5129676CBD7B}">
      <dsp:nvSpPr>
        <dsp:cNvPr id="0" name=""/>
        <dsp:cNvSpPr/>
      </dsp:nvSpPr>
      <dsp:spPr>
        <a:xfrm>
          <a:off x="5557" y="2714078"/>
          <a:ext cx="2644448" cy="1741749"/>
        </a:xfrm>
        <a:prstGeom prst="rect">
          <a:avLst/>
        </a:prstGeom>
        <a:solidFill>
          <a:schemeClr val="bg1"/>
        </a:solidFill>
        <a:ln w="571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Filosofía </a:t>
          </a:r>
          <a:r>
            <a:rPr lang="es-ES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corresponde al área de estudios generales y tiene naturaleza teórica.</a:t>
          </a:r>
          <a:endParaRPr lang="es-PE" sz="1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57" y="2714078"/>
        <a:ext cx="2644448" cy="1741749"/>
      </dsp:txXfrm>
    </dsp:sp>
    <dsp:sp modelId="{171038B3-4226-49EE-9B71-DB7CCE65A248}">
      <dsp:nvSpPr>
        <dsp:cNvPr id="0" name=""/>
        <dsp:cNvSpPr/>
      </dsp:nvSpPr>
      <dsp:spPr>
        <a:xfrm>
          <a:off x="2958433" y="1080192"/>
          <a:ext cx="2644448" cy="18220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F0C6BD-9245-4A75-9B51-C9D60925A013}">
      <dsp:nvSpPr>
        <dsp:cNvPr id="0" name=""/>
        <dsp:cNvSpPr/>
      </dsp:nvSpPr>
      <dsp:spPr>
        <a:xfrm>
          <a:off x="2914562" y="2829233"/>
          <a:ext cx="2644448" cy="1346468"/>
        </a:xfrm>
        <a:prstGeom prst="rect">
          <a:avLst/>
        </a:prstGeom>
        <a:solidFill>
          <a:schemeClr val="bg1"/>
        </a:solidFill>
        <a:ln w="571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Propósito</a:t>
          </a:r>
          <a:r>
            <a:rPr lang="es-ES" sz="18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ES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contribuir al desarrollo del pensamiento crítico – reflexivo.</a:t>
          </a:r>
          <a:endParaRPr lang="es-PE" sz="1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14562" y="2829233"/>
        <a:ext cx="2644448" cy="1346468"/>
      </dsp:txXfrm>
    </dsp:sp>
    <dsp:sp modelId="{A460055D-AE6B-4BFC-9CF9-F2DBFA574A6E}">
      <dsp:nvSpPr>
        <dsp:cNvPr id="0" name=""/>
        <dsp:cNvSpPr/>
      </dsp:nvSpPr>
      <dsp:spPr>
        <a:xfrm>
          <a:off x="5842527" y="1058912"/>
          <a:ext cx="2644448" cy="18220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1DA51E-6635-4184-83F4-8632BCF63C9C}">
      <dsp:nvSpPr>
        <dsp:cNvPr id="0" name=""/>
        <dsp:cNvSpPr/>
      </dsp:nvSpPr>
      <dsp:spPr>
        <a:xfrm>
          <a:off x="5842527" y="2815564"/>
          <a:ext cx="2644448" cy="2177599"/>
        </a:xfrm>
        <a:prstGeom prst="rect">
          <a:avLst/>
        </a:prstGeom>
        <a:solidFill>
          <a:schemeClr val="bg1"/>
        </a:solidFill>
        <a:ln w="571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Permita</a:t>
          </a:r>
          <a:r>
            <a:rPr lang="es-ES" sz="18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ES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discernir la verdad objetiva y dar respuestas a las preguntas fundamentales en torno al mundo, al hombre y Dios. </a:t>
          </a:r>
          <a:endParaRPr lang="es-PE" sz="1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42527" y="2815564"/>
        <a:ext cx="2644448" cy="2177599"/>
      </dsp:txXfrm>
    </dsp:sp>
    <dsp:sp modelId="{68D75E99-FA95-4EDF-9B7D-470ED9830A78}">
      <dsp:nvSpPr>
        <dsp:cNvPr id="0" name=""/>
        <dsp:cNvSpPr/>
      </dsp:nvSpPr>
      <dsp:spPr>
        <a:xfrm>
          <a:off x="8710623" y="1107696"/>
          <a:ext cx="2644448" cy="18220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4AD27F-5982-41C6-B47E-BB1EC7792BF0}">
      <dsp:nvSpPr>
        <dsp:cNvPr id="0" name=""/>
        <dsp:cNvSpPr/>
      </dsp:nvSpPr>
      <dsp:spPr>
        <a:xfrm>
          <a:off x="8732572" y="2966613"/>
          <a:ext cx="2644448" cy="973133"/>
        </a:xfrm>
        <a:prstGeom prst="rect">
          <a:avLst/>
        </a:prstGeom>
        <a:solidFill>
          <a:schemeClr val="bg1"/>
        </a:solidFill>
        <a:ln w="571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Lograr</a:t>
          </a:r>
          <a:r>
            <a:rPr lang="es-PE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una comprensión integral de la realidad.</a:t>
          </a:r>
        </a:p>
      </dsp:txBody>
      <dsp:txXfrm>
        <a:off x="8732572" y="2966613"/>
        <a:ext cx="2644448" cy="973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C3A97-9B90-4395-8714-5DB097CE21BB}">
      <dsp:nvSpPr>
        <dsp:cNvPr id="0" name=""/>
        <dsp:cNvSpPr/>
      </dsp:nvSpPr>
      <dsp:spPr>
        <a:xfrm>
          <a:off x="177635" y="1464275"/>
          <a:ext cx="4193991" cy="1310622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0066"/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87728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Herramientas para un pensamiento crítico y reflexivo.</a:t>
          </a:r>
          <a:endParaRPr lang="es-P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7635" y="1464275"/>
        <a:ext cx="4193991" cy="1310622"/>
      </dsp:txXfrm>
    </dsp:sp>
    <dsp:sp modelId="{99BA3DD3-5F69-451A-A557-650694B43E62}">
      <dsp:nvSpPr>
        <dsp:cNvPr id="0" name=""/>
        <dsp:cNvSpPr/>
      </dsp:nvSpPr>
      <dsp:spPr>
        <a:xfrm>
          <a:off x="2885" y="1274962"/>
          <a:ext cx="917435" cy="1376153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52B873-745F-4169-A5C7-9F12080276AA}">
      <dsp:nvSpPr>
        <dsp:cNvPr id="0" name=""/>
        <dsp:cNvSpPr/>
      </dsp:nvSpPr>
      <dsp:spPr>
        <a:xfrm>
          <a:off x="4822459" y="1464275"/>
          <a:ext cx="4193991" cy="1310622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0066"/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87728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 problema del ser.</a:t>
          </a:r>
          <a:endParaRPr lang="es-P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22459" y="1464275"/>
        <a:ext cx="4193991" cy="1310622"/>
      </dsp:txXfrm>
    </dsp:sp>
    <dsp:sp modelId="{C97290F2-54E2-4D4E-9A84-A4B49C7B2B77}">
      <dsp:nvSpPr>
        <dsp:cNvPr id="0" name=""/>
        <dsp:cNvSpPr/>
      </dsp:nvSpPr>
      <dsp:spPr>
        <a:xfrm>
          <a:off x="4647709" y="1274962"/>
          <a:ext cx="917435" cy="1376153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A2E92-3ED5-49FF-A0A3-3BB2BE06E7FA}">
      <dsp:nvSpPr>
        <dsp:cNvPr id="0" name=""/>
        <dsp:cNvSpPr/>
      </dsp:nvSpPr>
      <dsp:spPr>
        <a:xfrm>
          <a:off x="177635" y="3114202"/>
          <a:ext cx="4193991" cy="1310622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0066"/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87728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 problema sobre el conocimiento y la verdad.</a:t>
          </a:r>
          <a:endParaRPr lang="es-P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7635" y="3114202"/>
        <a:ext cx="4193991" cy="1310622"/>
      </dsp:txXfrm>
    </dsp:sp>
    <dsp:sp modelId="{654913B4-42F0-4611-B5D0-CE55BE4E383C}">
      <dsp:nvSpPr>
        <dsp:cNvPr id="0" name=""/>
        <dsp:cNvSpPr/>
      </dsp:nvSpPr>
      <dsp:spPr>
        <a:xfrm>
          <a:off x="2885" y="2924890"/>
          <a:ext cx="917435" cy="1376153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6B34D-92E6-4FB9-8217-449A0AE0BBBB}">
      <dsp:nvSpPr>
        <dsp:cNvPr id="0" name=""/>
        <dsp:cNvSpPr/>
      </dsp:nvSpPr>
      <dsp:spPr>
        <a:xfrm>
          <a:off x="4822459" y="3114202"/>
          <a:ext cx="4193991" cy="1310622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000066"/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87728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El problema sobre Dios.</a:t>
          </a:r>
          <a:endParaRPr lang="es-P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22459" y="3114202"/>
        <a:ext cx="4193991" cy="1310622"/>
      </dsp:txXfrm>
    </dsp:sp>
    <dsp:sp modelId="{FEECED65-700C-4138-B01A-43859B1952A0}">
      <dsp:nvSpPr>
        <dsp:cNvPr id="0" name=""/>
        <dsp:cNvSpPr/>
      </dsp:nvSpPr>
      <dsp:spPr>
        <a:xfrm>
          <a:off x="4647709" y="2924890"/>
          <a:ext cx="917435" cy="1376153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12700">
          <a:bevelT w="190500" h="381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BF868-E855-41D3-959C-06FFDB481C16}">
      <dsp:nvSpPr>
        <dsp:cNvPr id="0" name=""/>
        <dsp:cNvSpPr/>
      </dsp:nvSpPr>
      <dsp:spPr>
        <a:xfrm>
          <a:off x="1751815" y="1838286"/>
          <a:ext cx="1377975" cy="1377975"/>
        </a:xfrm>
        <a:prstGeom prst="donut">
          <a:avLst>
            <a:gd name="adj" fmla="val 20000"/>
          </a:avLst>
        </a:prstGeom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0EE0D70-94B3-484C-81D8-9863CEA4C85F}">
      <dsp:nvSpPr>
        <dsp:cNvPr id="0" name=""/>
        <dsp:cNvSpPr/>
      </dsp:nvSpPr>
      <dsp:spPr>
        <a:xfrm rot="17700000">
          <a:off x="2351235" y="469403"/>
          <a:ext cx="1485209" cy="1316625"/>
        </a:xfrm>
        <a:prstGeom prst="rect">
          <a:avLst/>
        </a:prstGeom>
        <a:solidFill>
          <a:schemeClr val="lt1"/>
        </a:solidFill>
        <a:ln w="3810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Autoaprendizaje Autónomo  </a:t>
          </a:r>
        </a:p>
      </dsp:txBody>
      <dsp:txXfrm>
        <a:off x="2351235" y="469403"/>
        <a:ext cx="1485209" cy="1316625"/>
      </dsp:txXfrm>
    </dsp:sp>
    <dsp:sp modelId="{7D412C5A-BBA9-488F-86A7-7FB00088D538}">
      <dsp:nvSpPr>
        <dsp:cNvPr id="0" name=""/>
        <dsp:cNvSpPr/>
      </dsp:nvSpPr>
      <dsp:spPr>
        <a:xfrm>
          <a:off x="3408110" y="1838286"/>
          <a:ext cx="1377975" cy="1377975"/>
        </a:xfrm>
        <a:prstGeom prst="donut">
          <a:avLst>
            <a:gd name="adj" fmla="val 20000"/>
          </a:avLst>
        </a:prstGeom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6527AA4-DF5A-4577-8DF1-557CF40747C7}">
      <dsp:nvSpPr>
        <dsp:cNvPr id="0" name=""/>
        <dsp:cNvSpPr/>
      </dsp:nvSpPr>
      <dsp:spPr>
        <a:xfrm rot="17700000">
          <a:off x="3845945" y="412071"/>
          <a:ext cx="1808380" cy="1431289"/>
        </a:xfrm>
        <a:prstGeom prst="rect">
          <a:avLst/>
        </a:prstGeom>
        <a:solidFill>
          <a:schemeClr val="lt1"/>
        </a:solidFill>
        <a:ln w="3810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Trabajo en equipo</a:t>
          </a:r>
        </a:p>
      </dsp:txBody>
      <dsp:txXfrm>
        <a:off x="3845945" y="412071"/>
        <a:ext cx="1808380" cy="1431289"/>
      </dsp:txXfrm>
    </dsp:sp>
    <dsp:sp modelId="{81734F5A-EBE0-48B9-A566-483732AFD584}">
      <dsp:nvSpPr>
        <dsp:cNvPr id="0" name=""/>
        <dsp:cNvSpPr/>
      </dsp:nvSpPr>
      <dsp:spPr>
        <a:xfrm>
          <a:off x="5184655" y="1838286"/>
          <a:ext cx="1377975" cy="1377975"/>
        </a:xfrm>
        <a:prstGeom prst="donut">
          <a:avLst>
            <a:gd name="adj" fmla="val 20000"/>
          </a:avLst>
        </a:prstGeom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5C6ED64-BC01-4B0C-AD35-4147BFD20A60}">
      <dsp:nvSpPr>
        <dsp:cNvPr id="0" name=""/>
        <dsp:cNvSpPr/>
      </dsp:nvSpPr>
      <dsp:spPr>
        <a:xfrm rot="17700000">
          <a:off x="5601355" y="696229"/>
          <a:ext cx="1850650" cy="862972"/>
        </a:xfrm>
        <a:prstGeom prst="rect">
          <a:avLst/>
        </a:prstGeom>
        <a:solidFill>
          <a:schemeClr val="lt1"/>
        </a:solidFill>
        <a:ln w="3810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Preguntas intercaladas </a:t>
          </a:r>
        </a:p>
      </dsp:txBody>
      <dsp:txXfrm>
        <a:off x="5601355" y="696229"/>
        <a:ext cx="1850650" cy="862972"/>
      </dsp:txXfrm>
    </dsp:sp>
    <dsp:sp modelId="{A37DB0B3-AFD5-4A4F-B764-74E31AE953F5}">
      <dsp:nvSpPr>
        <dsp:cNvPr id="0" name=""/>
        <dsp:cNvSpPr/>
      </dsp:nvSpPr>
      <dsp:spPr>
        <a:xfrm>
          <a:off x="6712597" y="1838286"/>
          <a:ext cx="1377975" cy="1377975"/>
        </a:xfrm>
        <a:prstGeom prst="donut">
          <a:avLst>
            <a:gd name="adj" fmla="val 20000"/>
          </a:avLst>
        </a:prstGeom>
        <a:solidFill>
          <a:srgbClr val="0070C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174C5FD-1493-4AD7-9E3E-381A56714AD8}">
      <dsp:nvSpPr>
        <dsp:cNvPr id="0" name=""/>
        <dsp:cNvSpPr/>
      </dsp:nvSpPr>
      <dsp:spPr>
        <a:xfrm rot="17700000">
          <a:off x="7198133" y="714954"/>
          <a:ext cx="1712976" cy="825522"/>
        </a:xfrm>
        <a:prstGeom prst="rect">
          <a:avLst/>
        </a:prstGeom>
        <a:solidFill>
          <a:schemeClr val="lt1"/>
        </a:solidFill>
        <a:ln w="3810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1" kern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rPr>
            <a:t>Foro virtual </a:t>
          </a:r>
        </a:p>
      </dsp:txBody>
      <dsp:txXfrm>
        <a:off x="7198133" y="714954"/>
        <a:ext cx="1712976" cy="825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80499-1C23-41C0-BBBB-58779505D20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541D2-8C11-491F-8FDE-AA6B93F8EFD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86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8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664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998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8598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73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0694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097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9395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0907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4744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320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29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9EA95-C02A-46A2-92FF-E0F34A1F3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B19A2-0F74-41C6-AAAB-60F507E25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A538B-6745-4FF9-BEC7-A38055A0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27EFD-38D2-4C48-B7F8-FF47CCF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1D1B9D-29BB-4602-B1C1-3FF03EA4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57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F04C6-19C6-4E34-B11B-063C98E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6A255-8E08-4025-87E5-BB85A99D4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EF012-2942-4A81-BEEB-45409F97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0CF1A-FAB0-46A6-94AA-20A52848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B3460-9BEF-48AB-85C4-E56FF3E5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329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30603-60B4-483B-9210-352CA30A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0FC4DF-4A66-4528-8C94-A0660637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D98260-07EB-43E0-A3CE-167D68DC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E437F2-39CA-4246-89A4-62D9C877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34C82-FA6C-4727-A413-49B86FF7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615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41E7F-66EC-4DB3-98E6-72945626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532C0-4185-44C4-B969-4A925AF22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08367-828A-4B78-A4B7-FCCAFE44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AE32AF-41A3-45A0-98D2-290E6D77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7C77A-01D0-4F5E-BF23-1E7C289D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41BB65-60D7-413F-88AE-1F36A6F9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42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E9D41-85A3-45A4-BCBC-44FE25F5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4153E9-366F-4563-9848-D4D8057F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44BB21-FFCF-4A63-BF2D-05D2E4FAE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B38578-81DF-4D60-B899-EA7FA089C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B1C045-2CF7-480C-BD5A-8AD087A51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525C41-5A0E-4AD0-9F29-FB07DF33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3D454-AF0F-4D27-9512-73A4CFEE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916A7-A70C-4732-B420-31466EB3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169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032C-A6C4-421B-95E7-C49D3B4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DD51DB-491E-4448-84A9-02B5C2B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EDF3BE-E68E-4542-ABC5-5501A50C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EF0211-1701-4C4F-8055-35C194CD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522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83BC03-3CA2-4203-9838-85B929D9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2CBDF0-D33C-45E1-AB10-25C86D87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A63E7-EE46-4FFA-AC76-0A6A0A7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570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02913-0E12-4369-8AB7-8D2CB172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A70240-A5EB-4842-A945-4724F2D38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51248D-0C57-40F9-87C8-A42C8EFBF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17A17E-14EC-4D39-A342-6F5B74AD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FB0F5-1CF3-4D77-892C-884A8869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6637D5-B633-4E2E-8A64-5EF06B3F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118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DA57-C825-4140-AA61-AAFBFCAF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6E054B-3643-4A0D-9E65-166367A2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5A6EFD-D3A2-4E6C-937B-3D2CC544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23AF8-E25E-4683-96AE-51657859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5A2F5A-C55C-408A-A50E-5C39470F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04F046-D862-42F8-B57B-9FAE391E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702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E1E74-EF85-40A5-B4F0-C55861F2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40DA13-ECE7-4FC5-8417-49DF16660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5CFA-D7F8-4457-A106-05146FF0D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DCFE2-5B9F-4680-BAB3-DC6C54C2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41CC66-84FC-43F6-89D3-7EB24C3E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829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66FE4B-B8EF-41BE-B830-80325C9AD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71ED2-3CE2-4E2F-900E-06CD31B4F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B593D-8F29-48DF-8160-4AF186DF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E35FB-BFF0-450F-99BB-9A6B7E72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FCF5CF-A7BE-4C5D-A710-654C32BB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227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818455" y="4348522"/>
            <a:ext cx="7848876" cy="1672766"/>
          </a:xfr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[Nombre del Profesor ]   [ Email]         </a:t>
            </a:r>
          </a:p>
          <a:p>
            <a:r>
              <a:rPr lang="es-ES" dirty="0"/>
              <a:t> 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82"/>
            <a:ext cx="2849033" cy="3474551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647728" y="871297"/>
            <a:ext cx="7848878" cy="2494760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Programa de Estudios]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r>
              <a:rPr lang="es-ES" dirty="0"/>
              <a:t>[Nombre de la Asignatura]</a:t>
            </a:r>
            <a:endParaRPr lang="es-PE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6137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711877" y="3610904"/>
            <a:ext cx="5928660" cy="78346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[Subtitulo de la presentación]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79"/>
            <a:ext cx="2849033" cy="3771045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850589" y="1339399"/>
            <a:ext cx="7848878" cy="103782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[Ingrese el título de la presentación]</a:t>
            </a:r>
            <a:endParaRPr lang="es-PE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3719736" y="4669661"/>
            <a:ext cx="5013996" cy="1154255"/>
          </a:xfrm>
        </p:spPr>
        <p:txBody>
          <a:bodyPr/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PE" dirty="0"/>
              <a:t>[Nombre del docente] , </a:t>
            </a:r>
          </a:p>
          <a:p>
            <a:pPr lvl="0"/>
            <a:r>
              <a:rPr lang="es-PE" dirty="0"/>
              <a:t>[ Email docente]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2" hasCustomPrompt="1"/>
          </p:nvPr>
        </p:nvSpPr>
        <p:spPr>
          <a:xfrm>
            <a:off x="9929093" y="3886200"/>
            <a:ext cx="1639522" cy="334887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accent2">
                    <a:lumMod val="95000"/>
                    <a:lumOff val="5000"/>
                  </a:schemeClr>
                </a:solidFill>
                <a:effectLst/>
                <a:latin typeface="+mj-lt"/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s-PE" dirty="0"/>
              <a:t>[Tema/Sesión]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3" hasCustomPrompt="1"/>
          </p:nvPr>
        </p:nvSpPr>
        <p:spPr>
          <a:xfrm>
            <a:off x="9936886" y="4376779"/>
            <a:ext cx="1631728" cy="935038"/>
          </a:xfrm>
        </p:spPr>
        <p:txBody>
          <a:bodyPr/>
          <a:lstStyle>
            <a:lvl1pPr marL="0" indent="0" algn="ctr">
              <a:buNone/>
              <a:defRPr sz="5400" b="1">
                <a:solidFill>
                  <a:schemeClr val="accent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s-ES" dirty="0"/>
              <a:t>[01]</a:t>
            </a:r>
            <a:endParaRPr lang="es-PE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1" name="Rectángulo 10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7230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3" name="Rectángulo 2"/>
          <p:cNvSpPr/>
          <p:nvPr userDrawn="1"/>
        </p:nvSpPr>
        <p:spPr>
          <a:xfrm>
            <a:off x="-1" y="0"/>
            <a:ext cx="12192001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0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8F5911-0F65-4120-A9C3-7F9B25817A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6" r="8038"/>
          <a:stretch/>
        </p:blipFill>
        <p:spPr>
          <a:xfrm>
            <a:off x="10776520" y="192511"/>
            <a:ext cx="949896" cy="99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91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arro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[Desarrollo]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4621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trumento de evalu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1487488" y="414801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000" b="1" baseline="0">
                <a:solidFill>
                  <a:srgbClr val="CC3300"/>
                </a:solidFill>
              </a:defRPr>
            </a:lvl1pPr>
          </a:lstStyle>
          <a:p>
            <a:r>
              <a:rPr lang="es-ES" dirty="0"/>
              <a:t>Instrumento de evaluación</a:t>
            </a:r>
            <a:endParaRPr lang="es-PE" dirty="0"/>
          </a:p>
        </p:txBody>
      </p:sp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07749E00-FF35-2DBE-D872-AEF27500C8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8504" y="2142465"/>
            <a:ext cx="10814991" cy="3950831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375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623393" y="2276872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8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[Título de diapositivas tamaño completo]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11671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[Cierre]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58912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745457"/>
            <a:ext cx="10945216" cy="413181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548680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[Referencias]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5C7685-DFFD-0C4B-BAD7-9B1A686A3743}"/>
              </a:ext>
            </a:extLst>
          </p:cNvPr>
          <p:cNvSpPr txBox="1"/>
          <p:nvPr userDrawn="1"/>
        </p:nvSpPr>
        <p:spPr>
          <a:xfrm>
            <a:off x="8688290" y="6551766"/>
            <a:ext cx="1717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050" dirty="0">
                <a:solidFill>
                  <a:schemeClr val="bg1"/>
                </a:solidFill>
              </a:rPr>
              <a:t>M. Tesen</a:t>
            </a:r>
          </a:p>
        </p:txBody>
      </p:sp>
    </p:spTree>
    <p:extLst>
      <p:ext uri="{BB962C8B-B14F-4D97-AF65-F5344CB8AC3E}">
        <p14:creationId xmlns:p14="http://schemas.microsoft.com/office/powerpoint/2010/main" val="3839452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12192000" cy="3933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8" name="Título 4"/>
          <p:cNvSpPr>
            <a:spLocks noGrp="1"/>
          </p:cNvSpPr>
          <p:nvPr>
            <p:ph type="title" hasCustomPrompt="1"/>
          </p:nvPr>
        </p:nvSpPr>
        <p:spPr>
          <a:xfrm>
            <a:off x="507141" y="4112573"/>
            <a:ext cx="11133476" cy="729037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profesor]</a:t>
            </a:r>
            <a:br>
              <a:rPr lang="es-ES" dirty="0"/>
            </a:br>
            <a:r>
              <a:rPr lang="es-ES" dirty="0"/>
              <a:t>Email:  email@usat.edu.pe</a:t>
            </a:r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50" r="76578" b="6951"/>
          <a:stretch/>
        </p:blipFill>
        <p:spPr>
          <a:xfrm>
            <a:off x="0" y="5021127"/>
            <a:ext cx="2855640" cy="15841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96"/>
          <a:stretch/>
        </p:blipFill>
        <p:spPr>
          <a:xfrm>
            <a:off x="4780235" y="1155184"/>
            <a:ext cx="2631530" cy="2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5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3C6A18-6652-4B37-B42C-FF8316C1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1712C-092D-4D9F-AD65-67DAD0B32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C85F2D-FF6A-48C0-B338-1EE3A924A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0BCE3-0F68-4630-B7C3-4BAD275B96B0}" type="datetimeFigureOut">
              <a:rPr lang="es-PE" smtClean="0"/>
              <a:t>12/08/2026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6CC99-A9E7-45EE-B9F1-AC3F0ACC8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0FCC2-34AA-4E0F-AFF5-2610C3743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65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14E3DC-9ED0-418E-8308-EE7F16FE01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05" r="18440" b="4762"/>
          <a:stretch/>
        </p:blipFill>
        <p:spPr>
          <a:xfrm>
            <a:off x="483954" y="1052736"/>
            <a:ext cx="3379798" cy="41228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4">
            <a:extLst>
              <a:ext uri="{FF2B5EF4-FFF2-40B4-BE49-F238E27FC236}">
                <a16:creationId xmlns:a16="http://schemas.microsoft.com/office/drawing/2014/main" id="{57D20B39-4B6F-461A-BA98-15191BA5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328" y="1927916"/>
            <a:ext cx="7935027" cy="161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362075" algn="l"/>
              </a:tabLst>
            </a:pPr>
            <a:r>
              <a:rPr lang="es-PE" sz="9600" dirty="0">
                <a:solidFill>
                  <a:srgbClr val="003399"/>
                </a:solidFill>
                <a:latin typeface="Castellar" panose="020A0402060406010301" pitchFamily="18" charset="0"/>
              </a:rPr>
              <a:t>FILOSOFÍA</a:t>
            </a:r>
            <a:endParaRPr lang="es-PE" sz="9600" dirty="0">
              <a:solidFill>
                <a:srgbClr val="003399"/>
              </a:solidFill>
              <a:latin typeface="Castellar" panose="020A0402060406010301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ubtítulo 1">
            <a:extLst>
              <a:ext uri="{FF2B5EF4-FFF2-40B4-BE49-F238E27FC236}">
                <a16:creationId xmlns:a16="http://schemas.microsoft.com/office/drawing/2014/main" id="{93754C03-429E-4EAA-A864-FBAD5BCC7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2046" y="5377384"/>
            <a:ext cx="8420947" cy="855760"/>
          </a:xfrm>
        </p:spPr>
        <p:txBody>
          <a:bodyPr>
            <a:normAutofit fontScale="92500" lnSpcReduction="10000"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Docente:                                                        </a:t>
            </a:r>
            <a:r>
              <a:rPr lang="es-PE" dirty="0">
                <a:solidFill>
                  <a:schemeClr val="tx1"/>
                </a:solidFill>
              </a:rPr>
              <a:t>rcotrina@usat.edu.pe</a:t>
            </a:r>
            <a:endParaRPr lang="es-PE" sz="2800" dirty="0">
              <a:solidFill>
                <a:schemeClr val="tx1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Dra. Ruth Cotrina Alvarran. </a:t>
            </a:r>
          </a:p>
        </p:txBody>
      </p:sp>
    </p:spTree>
    <p:extLst>
      <p:ext uri="{BB962C8B-B14F-4D97-AF65-F5344CB8AC3E}">
        <p14:creationId xmlns:p14="http://schemas.microsoft.com/office/powerpoint/2010/main" val="82286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1706F3C-2BA8-417C-B2CA-6B4146DA3E2D}"/>
              </a:ext>
            </a:extLst>
          </p:cNvPr>
          <p:cNvSpPr txBox="1"/>
          <p:nvPr/>
        </p:nvSpPr>
        <p:spPr>
          <a:xfrm>
            <a:off x="4326828" y="1412776"/>
            <a:ext cx="705977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6600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Exposición del Sílabo</a:t>
            </a:r>
          </a:p>
        </p:txBody>
      </p:sp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6ED6C3B7-6755-430C-8B29-AF39E6ECFD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416" y="5311817"/>
            <a:ext cx="5013996" cy="730162"/>
          </a:xfrm>
        </p:spPr>
        <p:txBody>
          <a:bodyPr/>
          <a:lstStyle/>
          <a:p>
            <a:r>
              <a:rPr lang="es-ES_tradnl" sz="3200" dirty="0">
                <a:latin typeface="Agency FB" panose="020B0503020202020204" pitchFamily="34" charset="0"/>
              </a:rPr>
              <a:t>Dra. Ruth Cotrina </a:t>
            </a:r>
            <a:r>
              <a:rPr lang="es-ES_tradnl" sz="3200" dirty="0" err="1">
                <a:latin typeface="Agency FB" panose="020B0503020202020204" pitchFamily="34" charset="0"/>
              </a:rPr>
              <a:t>Alvarran</a:t>
            </a:r>
            <a:endParaRPr lang="es-ES_tradnl" sz="3200" dirty="0">
              <a:latin typeface="Agency FB" panose="020B0503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51A47A5-75CF-4FC9-8B3E-9DD315EF6C83}"/>
              </a:ext>
            </a:extLst>
          </p:cNvPr>
          <p:cNvSpPr/>
          <p:nvPr/>
        </p:nvSpPr>
        <p:spPr>
          <a:xfrm>
            <a:off x="7951980" y="4579290"/>
            <a:ext cx="2784152" cy="15446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solidFill>
                  <a:srgbClr val="003399"/>
                </a:solidFill>
              </a:rPr>
              <a:t>SESIÒN</a:t>
            </a:r>
          </a:p>
          <a:p>
            <a:pPr algn="ctr"/>
            <a:r>
              <a:rPr lang="es-PE" sz="3600" b="1" dirty="0">
                <a:solidFill>
                  <a:srgbClr val="003399"/>
                </a:solidFill>
              </a:rPr>
              <a:t>01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AD48D7-C734-44D3-9A9B-F1AA3E09F6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27" r="9899"/>
          <a:stretch/>
        </p:blipFill>
        <p:spPr>
          <a:xfrm rot="20726634">
            <a:off x="1127448" y="1577508"/>
            <a:ext cx="2736305" cy="2701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279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FF15A55-2FFB-F170-5D68-F7233E031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3</a:t>
            </a:fld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47CE94-E913-47CF-BB6F-BBE89047F35F}"/>
              </a:ext>
            </a:extLst>
          </p:cNvPr>
          <p:cNvSpPr txBox="1"/>
          <p:nvPr/>
        </p:nvSpPr>
        <p:spPr>
          <a:xfrm>
            <a:off x="1451484" y="1484784"/>
            <a:ext cx="92890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PROPÓSITO DE APRENDIZAJE DE LA SESIÓN</a:t>
            </a:r>
            <a:endParaRPr lang="es-PE" sz="4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58464B77-574B-4555-82F6-E265805DD0F7}"/>
              </a:ext>
            </a:extLst>
          </p:cNvPr>
          <p:cNvSpPr txBox="1">
            <a:spLocks/>
          </p:cNvSpPr>
          <p:nvPr/>
        </p:nvSpPr>
        <p:spPr>
          <a:xfrm>
            <a:off x="359701" y="3209793"/>
            <a:ext cx="11097193" cy="2163423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199" indent="-21430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28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20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12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PE" sz="3600" b="1" dirty="0">
                <a:solidFill>
                  <a:schemeClr val="tx1"/>
                </a:solidFill>
              </a:rPr>
              <a:t> Conoce aspectos resaltantes del curso: naturaleza, método, evaluación, contenidos y propósito.</a:t>
            </a:r>
          </a:p>
          <a:p>
            <a:pPr algn="ctr">
              <a:buFont typeface="Wingdings" panose="05000000000000000000" pitchFamily="2" charset="2"/>
              <a:buChar char="Ø"/>
            </a:pPr>
            <a:endParaRPr lang="es-PE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542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F651BC7-443D-4047-B374-14E150D7A6A8}"/>
              </a:ext>
            </a:extLst>
          </p:cNvPr>
          <p:cNvSpPr txBox="1">
            <a:spLocks/>
          </p:cNvSpPr>
          <p:nvPr/>
        </p:nvSpPr>
        <p:spPr>
          <a:xfrm>
            <a:off x="2370566" y="759006"/>
            <a:ext cx="7747480" cy="1080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s-PE" sz="4000" b="1" kern="1200">
                <a:solidFill>
                  <a:srgbClr val="CC3300"/>
                </a:solidFill>
                <a:latin typeface="+mj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42892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685783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028675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371566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s-PE" dirty="0">
                <a:solidFill>
                  <a:srgbClr val="00B050"/>
                </a:solidFill>
                <a:latin typeface="Georgia" panose="02040502050405020303" pitchFamily="18" charset="0"/>
              </a:rPr>
              <a:t>Presentación  del sílabo</a:t>
            </a:r>
            <a:endParaRPr lang="es-PE" dirty="0">
              <a:solidFill>
                <a:srgbClr val="00B050"/>
              </a:solidFill>
            </a:endParaRPr>
          </a:p>
        </p:txBody>
      </p:sp>
      <p:graphicFrame>
        <p:nvGraphicFramePr>
          <p:cNvPr id="6" name="3 Diagrama">
            <a:extLst>
              <a:ext uri="{FF2B5EF4-FFF2-40B4-BE49-F238E27FC236}">
                <a16:creationId xmlns:a16="http://schemas.microsoft.com/office/drawing/2014/main" id="{3E8FE4DF-3392-4268-BDF8-99B1297E49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3237596"/>
              </p:ext>
            </p:extLst>
          </p:nvPr>
        </p:nvGraphicFramePr>
        <p:xfrm>
          <a:off x="515380" y="903641"/>
          <a:ext cx="11382578" cy="5365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48403F9D-BECC-47D0-8943-0ED53370DA8A}"/>
              </a:ext>
            </a:extLst>
          </p:cNvPr>
          <p:cNvSpPr txBox="1"/>
          <p:nvPr/>
        </p:nvSpPr>
        <p:spPr>
          <a:xfrm>
            <a:off x="322258" y="112675"/>
            <a:ext cx="204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INICIO</a:t>
            </a:r>
            <a:endParaRPr lang="es-PE" sz="36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40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15DDFA0-C384-4F28-B397-8CE1E59743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463825"/>
              </p:ext>
            </p:extLst>
          </p:nvPr>
        </p:nvGraphicFramePr>
        <p:xfrm>
          <a:off x="1328054" y="921031"/>
          <a:ext cx="9019336" cy="5699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88378E0-8ABE-45E6-8BCF-A3F028C6DD4A}"/>
              </a:ext>
            </a:extLst>
          </p:cNvPr>
          <p:cNvSpPr/>
          <p:nvPr/>
        </p:nvSpPr>
        <p:spPr>
          <a:xfrm>
            <a:off x="2602896" y="372391"/>
            <a:ext cx="6986208" cy="798559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solidFill>
                  <a:srgbClr val="00B05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Comprende contenidos </a:t>
            </a:r>
          </a:p>
        </p:txBody>
      </p:sp>
    </p:spTree>
    <p:extLst>
      <p:ext uri="{BB962C8B-B14F-4D97-AF65-F5344CB8AC3E}">
        <p14:creationId xmlns:p14="http://schemas.microsoft.com/office/powerpoint/2010/main" val="625087811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11CA04C-71C1-4A50-8BA4-EC47986EA47E}"/>
              </a:ext>
            </a:extLst>
          </p:cNvPr>
          <p:cNvSpPr/>
          <p:nvPr/>
        </p:nvSpPr>
        <p:spPr>
          <a:xfrm>
            <a:off x="3035660" y="188640"/>
            <a:ext cx="6120680" cy="64807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PE" sz="4000" b="1" dirty="0">
                <a:solidFill>
                  <a:srgbClr val="00B05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Unidades didácticas</a:t>
            </a:r>
            <a:endParaRPr lang="es-PE" sz="40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PE" sz="4000" b="1" dirty="0">
                <a:solidFill>
                  <a:srgbClr val="00B050"/>
                </a:solidFill>
              </a:rPr>
              <a:t>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3FC4DD-752C-44DE-84FA-F3ED9B6B23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3" r="7595" b="10009"/>
          <a:stretch/>
        </p:blipFill>
        <p:spPr>
          <a:xfrm>
            <a:off x="407369" y="1050579"/>
            <a:ext cx="11593288" cy="540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0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D3A3BC7-14E4-422A-8E19-0C25D140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657"/>
            <a:ext cx="11856639" cy="606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5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2671826-F5BF-43A5-ABB1-2691B0A9F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6" y="188640"/>
            <a:ext cx="11664536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1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C9511EC-F50E-4707-A526-B2FC6BDAC9C5}"/>
              </a:ext>
            </a:extLst>
          </p:cNvPr>
          <p:cNvSpPr/>
          <p:nvPr/>
        </p:nvSpPr>
        <p:spPr>
          <a:xfrm>
            <a:off x="2435415" y="258525"/>
            <a:ext cx="7704856" cy="72008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4000" b="1" dirty="0">
                <a:solidFill>
                  <a:srgbClr val="00B050"/>
                </a:solidFill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Estrategias didácticas</a:t>
            </a:r>
            <a:endParaRPr lang="es-PE" sz="48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4000" b="1" dirty="0">
                <a:solidFill>
                  <a:srgbClr val="00B05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PE" sz="40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PE" sz="4000" b="1" dirty="0">
                <a:solidFill>
                  <a:srgbClr val="00B050"/>
                </a:solidFill>
              </a:rPr>
              <a:t>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7160A38-8C98-473D-89F6-425F06F33F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7783468"/>
              </p:ext>
            </p:extLst>
          </p:nvPr>
        </p:nvGraphicFramePr>
        <p:xfrm>
          <a:off x="1016596" y="1753497"/>
          <a:ext cx="10542494" cy="4346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069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7F188B3-E42C-4708-9CE9-4D9497738AB8}"/>
              </a:ext>
            </a:extLst>
          </p:cNvPr>
          <p:cNvSpPr/>
          <p:nvPr/>
        </p:nvSpPr>
        <p:spPr>
          <a:xfrm>
            <a:off x="3791744" y="188639"/>
            <a:ext cx="3588002" cy="715913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 b="1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32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32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3200" b="1" dirty="0"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Evaluación</a:t>
            </a:r>
          </a:p>
          <a:p>
            <a:pPr algn="ctr"/>
            <a:endParaRPr lang="es-PE" sz="40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3200" dirty="0">
                <a:solidFill>
                  <a:srgbClr val="00B05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es-PE" sz="32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3200" b="1" dirty="0">
              <a:solidFill>
                <a:srgbClr val="00B05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273C0D-B218-4300-A293-B96B1E047AF0}"/>
              </a:ext>
            </a:extLst>
          </p:cNvPr>
          <p:cNvSpPr/>
          <p:nvPr/>
        </p:nvSpPr>
        <p:spPr>
          <a:xfrm>
            <a:off x="327444" y="1190938"/>
            <a:ext cx="11537111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La calificación para todas las asignaturas, es de cero (00) a veinte (20). La nota aprobatoria mínima es catorce (14).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La evaluación será formativa y sumativa, considerando las evidencias.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El resultado de los exámenes serán dados a los estudiantes, para revisarlos y firmarlos, porque el docente se queda con los exámenes o trabajos.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No está permitido tomar foto a los exámenes o trabajos.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 El tiempo de tolerancia para el ingreso a las sesiones de clases es de 10 minutos.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 La asistencia a clases es obligatoria y responsabilidad del estudiante, la misma que será registrada por el docente en cada sesión en el aula virtual.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Para justificar la inasistencia, el estudiante deberá presentar una solicitud virtual dirigida al Director de su escuela, dentro de los dos (2) días hábiles siguientes de ocurrida la inasistencia.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Sé evaluará al estudiante si justifica su inasistencia el día del examen o presentación de trabajo.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El límite de inasistencias justificadas acumuladas es del 30 %.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La justificación de la inasistencia no otorga derecho al estudiante de recuperar las clases perdidas.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Respecto a las evaluaciones que no pudo rendir y que estuvieron programadas en la fecha que no asistió, estas serán reprogramadas.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05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17EB710-3F9E-49B2-919A-DE68796FFE2D}"/>
              </a:ext>
            </a:extLst>
          </p:cNvPr>
          <p:cNvSpPr/>
          <p:nvPr/>
        </p:nvSpPr>
        <p:spPr>
          <a:xfrm>
            <a:off x="2567608" y="116632"/>
            <a:ext cx="7056784" cy="64807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4000" b="1" dirty="0"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Sistema de calificación</a:t>
            </a:r>
          </a:p>
          <a:p>
            <a:pPr algn="ctr"/>
            <a:endParaRPr lang="es-PE" sz="48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4000" dirty="0">
                <a:solidFill>
                  <a:srgbClr val="00B05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es-PE" sz="40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F7CF95-B326-4584-BC9B-1F2A83631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66" t="31091" r="25785" b="32142"/>
          <a:stretch/>
        </p:blipFill>
        <p:spPr>
          <a:xfrm>
            <a:off x="335360" y="1196752"/>
            <a:ext cx="11064552" cy="48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7166"/>
      </p:ext>
    </p:extLst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D8CC6DF-D6CD-4DF3-ADA1-9FFB75605491}"/>
              </a:ext>
            </a:extLst>
          </p:cNvPr>
          <p:cNvSpPr/>
          <p:nvPr/>
        </p:nvSpPr>
        <p:spPr>
          <a:xfrm>
            <a:off x="4021055" y="89549"/>
            <a:ext cx="3528392" cy="64807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3600" b="1" dirty="0"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Referencias</a:t>
            </a: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8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4000" dirty="0">
                <a:solidFill>
                  <a:srgbClr val="00B05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es-PE" sz="40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C66DEA-12A6-48C7-9200-2F28D0FAA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61" y="994781"/>
            <a:ext cx="10980511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4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CF2883A-A5C6-4004-AA6C-DDADF24891CC}"/>
              </a:ext>
            </a:extLst>
          </p:cNvPr>
          <p:cNvSpPr/>
          <p:nvPr/>
        </p:nvSpPr>
        <p:spPr>
          <a:xfrm>
            <a:off x="1991544" y="188640"/>
            <a:ext cx="7776864" cy="64807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36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3600" b="1" dirty="0"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Programación de actividades</a:t>
            </a:r>
          </a:p>
          <a:p>
            <a:pPr algn="ctr"/>
            <a:endParaRPr lang="es-PE" sz="36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s-PE" sz="48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4000" dirty="0">
                <a:solidFill>
                  <a:srgbClr val="00B05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es-PE" sz="4000" dirty="0">
              <a:solidFill>
                <a:srgbClr val="00B05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PE" sz="4000" b="1" dirty="0">
              <a:solidFill>
                <a:srgbClr val="00B05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3EC427-B3BE-445C-9831-7DECEED86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909173"/>
            <a:ext cx="11161240" cy="576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6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9D5FF0A-7D64-4EF4-BB99-001948006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14</a:t>
            </a:fld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7F9BF9-39A7-4D41-A573-3CD12F5E27F6}"/>
              </a:ext>
            </a:extLst>
          </p:cNvPr>
          <p:cNvSpPr/>
          <p:nvPr/>
        </p:nvSpPr>
        <p:spPr>
          <a:xfrm>
            <a:off x="359701" y="1365579"/>
            <a:ext cx="1142493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8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¿Tienes alguna inquietud sobre la exposición del sílabo?</a:t>
            </a:r>
            <a:endParaRPr lang="es-PE" sz="8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00341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A62749-2685-496F-9491-24ACAF78C1BF}"/>
              </a:ext>
            </a:extLst>
          </p:cNvPr>
          <p:cNvSpPr txBox="1"/>
          <p:nvPr/>
        </p:nvSpPr>
        <p:spPr>
          <a:xfrm>
            <a:off x="407368" y="260648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DESARROLLO</a:t>
            </a:r>
            <a:endParaRPr lang="es-PE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BF8F527-274D-4ACF-88CB-835F7149A03A}"/>
              </a:ext>
            </a:extLst>
          </p:cNvPr>
          <p:cNvSpPr/>
          <p:nvPr/>
        </p:nvSpPr>
        <p:spPr>
          <a:xfrm>
            <a:off x="191343" y="1124744"/>
            <a:ext cx="11663583" cy="4664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algn="just">
              <a:lnSpc>
                <a:spcPct val="115000"/>
              </a:lnSpc>
              <a:spcAft>
                <a:spcPts val="1000"/>
              </a:spcAft>
            </a:pPr>
            <a:r>
              <a:rPr lang="es-MX" sz="3200" b="1" dirty="0"/>
              <a:t>1-</a:t>
            </a:r>
            <a:r>
              <a:rPr lang="es-PE" sz="32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Identifica los resultados de aprendizaje de cada unidad del curso de filosofía? </a:t>
            </a:r>
          </a:p>
          <a:p>
            <a:pPr marL="282575" algn="just">
              <a:lnSpc>
                <a:spcPct val="115000"/>
              </a:lnSpc>
              <a:spcAft>
                <a:spcPts val="1000"/>
              </a:spcAft>
            </a:pPr>
            <a:endParaRPr lang="es-PE" sz="3200" b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2575" algn="just">
              <a:lnSpc>
                <a:spcPct val="115000"/>
              </a:lnSpc>
              <a:spcAft>
                <a:spcPts val="1000"/>
              </a:spcAft>
            </a:pPr>
            <a:r>
              <a:rPr lang="es-PE" sz="3200" b="1" dirty="0">
                <a:cs typeface="Arial" panose="020B0604020202020204" pitchFamily="34" charset="0"/>
              </a:rPr>
              <a:t>2-¿Explica cómo serás evaluado en el curso? </a:t>
            </a:r>
          </a:p>
          <a:p>
            <a:pPr marL="282575" algn="just">
              <a:lnSpc>
                <a:spcPct val="115000"/>
              </a:lnSpc>
              <a:spcAft>
                <a:spcPts val="1000"/>
              </a:spcAft>
            </a:pPr>
            <a:endParaRPr lang="es-PE" sz="3200" b="1" dirty="0">
              <a:cs typeface="Arial" panose="020B0604020202020204" pitchFamily="34" charset="0"/>
            </a:endParaRPr>
          </a:p>
          <a:p>
            <a:pPr marL="282575" algn="just">
              <a:lnSpc>
                <a:spcPct val="115000"/>
              </a:lnSpc>
              <a:spcAft>
                <a:spcPts val="1000"/>
              </a:spcAft>
            </a:pPr>
            <a:r>
              <a:rPr lang="es-PE" sz="3200" b="1" dirty="0">
                <a:cs typeface="Arial" panose="020B0604020202020204" pitchFamily="34" charset="0"/>
              </a:rPr>
              <a:t>3- Qué estrategias permitirá aprender los contenidos? ¿Por qué?</a:t>
            </a:r>
            <a:endParaRPr lang="es-PE" sz="3200" dirty="0"/>
          </a:p>
          <a:p>
            <a:pPr marL="282575" algn="just">
              <a:lnSpc>
                <a:spcPct val="115000"/>
              </a:lnSpc>
              <a:spcAft>
                <a:spcPts val="1000"/>
              </a:spcAft>
            </a:pPr>
            <a:endParaRPr lang="es-MX" sz="3200" b="1" dirty="0"/>
          </a:p>
        </p:txBody>
      </p:sp>
    </p:spTree>
    <p:extLst>
      <p:ext uri="{BB962C8B-B14F-4D97-AF65-F5344CB8AC3E}">
        <p14:creationId xmlns:p14="http://schemas.microsoft.com/office/powerpoint/2010/main" val="366894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D57183A-DFE3-4651-88C7-1D6E9381B9A9}"/>
              </a:ext>
            </a:extLst>
          </p:cNvPr>
          <p:cNvSpPr txBox="1"/>
          <p:nvPr/>
        </p:nvSpPr>
        <p:spPr>
          <a:xfrm>
            <a:off x="4655840" y="476672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rgbClr val="C00000"/>
                </a:solidFill>
                <a:latin typeface="Georgia" panose="02040502050405020303" pitchFamily="18" charset="0"/>
              </a:rPr>
              <a:t>CIERRE</a:t>
            </a:r>
            <a:endParaRPr lang="es-PE" sz="44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677C1245-EBC8-4816-B846-569B5233F909}"/>
              </a:ext>
            </a:extLst>
          </p:cNvPr>
          <p:cNvSpPr txBox="1">
            <a:spLocks/>
          </p:cNvSpPr>
          <p:nvPr/>
        </p:nvSpPr>
        <p:spPr>
          <a:xfrm>
            <a:off x="263352" y="1998727"/>
            <a:ext cx="11354907" cy="2232248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557199" indent="-21430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28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20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12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800"/>
              </a:spcBef>
              <a:buNone/>
            </a:pPr>
            <a:r>
              <a:rPr lang="es-PE" sz="8000" b="1" dirty="0">
                <a:solidFill>
                  <a:srgbClr val="00B050"/>
                </a:solidFill>
                <a:latin typeface="Arial" panose="020B0604020202020204" pitchFamily="34" charset="0"/>
              </a:rPr>
              <a:t>¿Para qué te sirve la explicación del silabo?</a:t>
            </a:r>
            <a:endParaRPr lang="es-PE" sz="6000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33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6335AF4-AC71-4416-93A9-B2812A4E17A9}"/>
              </a:ext>
            </a:extLst>
          </p:cNvPr>
          <p:cNvSpPr/>
          <p:nvPr/>
        </p:nvSpPr>
        <p:spPr>
          <a:xfrm>
            <a:off x="695400" y="260648"/>
            <a:ext cx="3768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200" b="1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86A27BD-6F14-4A2E-81E4-69702ED60A3D}"/>
              </a:ext>
            </a:extLst>
          </p:cNvPr>
          <p:cNvSpPr txBox="1">
            <a:spLocks/>
          </p:cNvSpPr>
          <p:nvPr/>
        </p:nvSpPr>
        <p:spPr>
          <a:xfrm>
            <a:off x="407368" y="1124744"/>
            <a:ext cx="10932286" cy="5112568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557199" indent="-21430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28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20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12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0"/>
              </a:spcBef>
            </a:pPr>
            <a:r>
              <a:rPr lang="es-PE" sz="2800" b="1" dirty="0">
                <a:solidFill>
                  <a:schemeClr val="tx1"/>
                </a:solidFill>
                <a:latin typeface="Arial" panose="020B0604020202020204" pitchFamily="34" charset="0"/>
              </a:rPr>
              <a:t>El curso de Filosofía es teórico.</a:t>
            </a:r>
          </a:p>
          <a:p>
            <a:pPr>
              <a:spcBef>
                <a:spcPts val="3000"/>
              </a:spcBef>
            </a:pPr>
            <a:r>
              <a:rPr lang="es-PE" sz="2800" b="1" dirty="0">
                <a:solidFill>
                  <a:schemeClr val="tx1"/>
                </a:solidFill>
                <a:latin typeface="Arial" panose="020B0604020202020204" pitchFamily="34" charset="0"/>
              </a:rPr>
              <a:t>El propósito:  Desarrollar el pensamiento crítico - reflexivo de los estudiantes.</a:t>
            </a:r>
          </a:p>
          <a:p>
            <a:pPr>
              <a:spcBef>
                <a:spcPts val="3000"/>
              </a:spcBef>
            </a:pPr>
            <a:r>
              <a:rPr lang="es-PE" sz="2800" b="1" dirty="0">
                <a:solidFill>
                  <a:schemeClr val="tx1"/>
                </a:solidFill>
                <a:latin typeface="Arial" panose="020B0604020202020204" pitchFamily="34" charset="0"/>
              </a:rPr>
              <a:t>La evaluación es formativa y sumativa.</a:t>
            </a:r>
          </a:p>
          <a:p>
            <a:pPr>
              <a:spcBef>
                <a:spcPts val="3000"/>
              </a:spcBef>
            </a:pPr>
            <a:r>
              <a:rPr lang="es-PE" sz="2800" b="1" dirty="0">
                <a:solidFill>
                  <a:schemeClr val="tx1"/>
                </a:solidFill>
                <a:latin typeface="Arial" panose="020B0604020202020204" pitchFamily="34" charset="0"/>
              </a:rPr>
              <a:t>La metodología es activa participativa en </a:t>
            </a:r>
            <a:r>
              <a:rPr lang="es-PE" sz="2800" b="1" dirty="0" err="1">
                <a:solidFill>
                  <a:schemeClr val="tx1"/>
                </a:solidFill>
                <a:latin typeface="Arial" panose="020B0604020202020204" pitchFamily="34" charset="0"/>
              </a:rPr>
              <a:t>todad</a:t>
            </a:r>
            <a:r>
              <a:rPr lang="es-PE" sz="2800" b="1" dirty="0">
                <a:solidFill>
                  <a:schemeClr val="tx1"/>
                </a:solidFill>
                <a:latin typeface="Arial" panose="020B0604020202020204" pitchFamily="34" charset="0"/>
              </a:rPr>
              <a:t> las sesiones de aprendizaje.</a:t>
            </a:r>
          </a:p>
          <a:p>
            <a:pPr>
              <a:spcBef>
                <a:spcPts val="3000"/>
              </a:spcBef>
            </a:pPr>
            <a:r>
              <a:rPr lang="es-PE" sz="2800" b="1" dirty="0">
                <a:solidFill>
                  <a:schemeClr val="tx1"/>
                </a:solidFill>
                <a:latin typeface="Arial" panose="020B0604020202020204" pitchFamily="34" charset="0"/>
              </a:rPr>
              <a:t>El estudio es autónomo.</a:t>
            </a:r>
          </a:p>
        </p:txBody>
      </p:sp>
    </p:spTree>
    <p:extLst>
      <p:ext uri="{BB962C8B-B14F-4D97-AF65-F5344CB8AC3E}">
        <p14:creationId xmlns:p14="http://schemas.microsoft.com/office/powerpoint/2010/main" val="48580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10296D2-54FF-1D78-977F-CE7E7DDD3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18</a:t>
            </a:fld>
            <a:endParaRPr lang="es-PE" dirty="0"/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F7F23FA5-794F-5192-5248-1B36FCF11E4E}"/>
              </a:ext>
            </a:extLst>
          </p:cNvPr>
          <p:cNvSpPr/>
          <p:nvPr/>
        </p:nvSpPr>
        <p:spPr>
          <a:xfrm>
            <a:off x="2855640" y="189522"/>
            <a:ext cx="70086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4400" b="1" dirty="0">
                <a:solidFill>
                  <a:srgbClr val="C00000"/>
                </a:solidFill>
                <a:latin typeface="Georgia" panose="02040502050405020303" pitchFamily="18" charset="0"/>
              </a:rPr>
              <a:t>ESTUDIO AUTÓNOMO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3B42C-A9C1-4C86-D8A5-3FDF389E5B1B}"/>
              </a:ext>
            </a:extLst>
          </p:cNvPr>
          <p:cNvSpPr txBox="1">
            <a:spLocks/>
          </p:cNvSpPr>
          <p:nvPr/>
        </p:nvSpPr>
        <p:spPr>
          <a:xfrm>
            <a:off x="552077" y="1340768"/>
            <a:ext cx="11087846" cy="455826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57168" indent="-25716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1pPr>
            <a:lvl2pPr marL="557199" indent="-21430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28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20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12" indent="-171446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500" kern="120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s-PE" sz="5200" b="1" dirty="0">
                <a:solidFill>
                  <a:srgbClr val="000066"/>
                </a:solidFill>
                <a:ea typeface="Calibri" panose="020F0502020204030204" pitchFamily="34" charset="0"/>
                <a:cs typeface="Aharoni" panose="02010803020104030203" pitchFamily="2" charset="-79"/>
              </a:rPr>
              <a:t>Imprimir, leer y subrayar los contenidos del tema:</a:t>
            </a:r>
          </a:p>
          <a:p>
            <a:pPr algn="ctr">
              <a:lnSpc>
                <a:spcPct val="115000"/>
              </a:lnSpc>
            </a:pPr>
            <a:r>
              <a:rPr lang="es-PE" sz="4000" b="1" dirty="0">
                <a:cs typeface="Aharoni" panose="02010803020104030203" pitchFamily="2" charset="-79"/>
              </a:rPr>
              <a:t> </a:t>
            </a:r>
            <a:r>
              <a:rPr lang="es-PE" sz="4300" b="1" dirty="0">
                <a:solidFill>
                  <a:srgbClr val="FF0000"/>
                </a:solidFill>
                <a:cs typeface="Aharoni" panose="02010803020104030203" pitchFamily="2" charset="-79"/>
              </a:rPr>
              <a:t>La admiración y el encuentro con la verdad –del  libro Introducción a la filosofía de Genara Castillo. ( pp. 29 - 44).</a:t>
            </a:r>
            <a:r>
              <a:rPr lang="es-PE" sz="4300" b="1" dirty="0">
                <a:solidFill>
                  <a:srgbClr val="FF0000"/>
                </a:solidFill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</a:p>
          <a:p>
            <a:pPr algn="ctr">
              <a:lnSpc>
                <a:spcPct val="115000"/>
              </a:lnSpc>
            </a:pPr>
            <a:r>
              <a:rPr lang="es-ES" sz="4300" b="1" dirty="0">
                <a:solidFill>
                  <a:srgbClr val="FF0000"/>
                </a:solidFill>
                <a:ea typeface="Calibri" panose="020F0502020204030204" pitchFamily="34" charset="0"/>
                <a:cs typeface="Aharoni" panose="02010803020104030203" pitchFamily="2" charset="-79"/>
              </a:rPr>
              <a:t>Separata la admiración.</a:t>
            </a:r>
            <a:endParaRPr lang="es-PE" sz="4000" b="1" dirty="0">
              <a:solidFill>
                <a:srgbClr val="FF0000"/>
              </a:solidFill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164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0">
            <a:extLst>
              <a:ext uri="{FF2B5EF4-FFF2-40B4-BE49-F238E27FC236}">
                <a16:creationId xmlns:a16="http://schemas.microsoft.com/office/drawing/2014/main" id="{0CCA811A-31B1-4E6F-8129-5811D2E7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84984"/>
            <a:ext cx="11134725" cy="1620043"/>
          </a:xfrm>
        </p:spPr>
        <p:txBody>
          <a:bodyPr/>
          <a:lstStyle/>
          <a:p>
            <a:pPr algn="ctr"/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Dra. Ruth Cotrina Alvarran</a:t>
            </a:r>
            <a:r>
              <a:rPr lang="es-PE" sz="2000" dirty="0">
                <a:solidFill>
                  <a:schemeClr val="accent2"/>
                </a:solidFill>
                <a:latin typeface="Agency FB" panose="020B0503020202020204" pitchFamily="34" charset="0"/>
              </a:rPr>
              <a:t>.</a:t>
            </a:r>
          </a:p>
          <a:p>
            <a:pPr algn="ctr"/>
            <a:r>
              <a:rPr lang="es-PE" sz="2400" b="1" i="1" dirty="0" err="1">
                <a:latin typeface="Arial Narrow" panose="020B0606020202030204" pitchFamily="34" charset="0"/>
              </a:rPr>
              <a:t>rcotrina</a:t>
            </a:r>
            <a:r>
              <a:rPr lang="es-PE" sz="2400" b="1" i="1" dirty="0">
                <a:latin typeface="Arial Narrow" panose="020B0606020202030204" pitchFamily="34" charset="0"/>
              </a:rPr>
              <a:t> @usat.edu.pe</a:t>
            </a:r>
          </a:p>
        </p:txBody>
      </p:sp>
    </p:spTree>
    <p:extLst>
      <p:ext uri="{BB962C8B-B14F-4D97-AF65-F5344CB8AC3E}">
        <p14:creationId xmlns:p14="http://schemas.microsoft.com/office/powerpoint/2010/main" val="137489407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559</Words>
  <Application>Microsoft Office PowerPoint</Application>
  <PresentationFormat>Panorámica</PresentationFormat>
  <Paragraphs>119</Paragraphs>
  <Slides>19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31" baseType="lpstr">
      <vt:lpstr>Agency FB</vt:lpstr>
      <vt:lpstr>Aharoni</vt:lpstr>
      <vt:lpstr>Arial</vt:lpstr>
      <vt:lpstr>Arial Black</vt:lpstr>
      <vt:lpstr>Arial Narrow</vt:lpstr>
      <vt:lpstr>Calibri</vt:lpstr>
      <vt:lpstr>Calibri Light</vt:lpstr>
      <vt:lpstr>Castellar</vt:lpstr>
      <vt:lpstr>Georgia</vt:lpstr>
      <vt:lpstr>Times New Roman</vt:lpstr>
      <vt:lpstr>Wingdings</vt:lpstr>
      <vt:lpstr>Tema de Office</vt:lpstr>
      <vt:lpstr>FILOSOFÍA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Dra. Ruth Cotrina Alvarran. rcotrina @usat.edu.pe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Cotrina Alvarran Ruth</dc:creator>
  <cp:lastModifiedBy>Cotrina Alvarran Ruth</cp:lastModifiedBy>
  <cp:revision>9</cp:revision>
  <dcterms:created xsi:type="dcterms:W3CDTF">2026-08-12T15:22:14Z</dcterms:created>
  <dcterms:modified xsi:type="dcterms:W3CDTF">2026-08-12T15:43:56Z</dcterms:modified>
</cp:coreProperties>
</file>